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76c924f1354779" /><Relationship Type="http://schemas.openxmlformats.org/officeDocument/2006/relationships/extended-properties" Target="/docProps/app.xml" Id="Rec58ffeab2174197" /><Relationship Type="http://schemas.openxmlformats.org/officeDocument/2006/relationships/officeDocument" Target="/ppt/presentation.xml" Id="Rb6b4d82589cb4b0f" /></Relationships>
</file>

<file path=ppt/presentation.xml><?xml version="1.0" encoding="utf-8"?>
<p:presentation xmlns:p="http://schemas.openxmlformats.org/presentationml/2006/main">
  <p:sldMasterIdLst>
    <p:sldMasterId xmlns:r="http://schemas.openxmlformats.org/officeDocument/2006/relationships" id="2147483648" r:id="Rd5488e54d20e4969"/>
  </p:sldMasterIdLst>
  <p:notesMasterIdLst>
    <p:notesMasterId xmlns:r="http://schemas.openxmlformats.org/officeDocument/2006/relationships" r:id="R7fa166a5ff6f4172"/>
  </p:notesMasterIdLst>
  <p:sldIdLst>
    <p:sldId xmlns:r="http://schemas.openxmlformats.org/officeDocument/2006/relationships" id="256" r:id="Rc4e6fb9bd2384549"/>
    <p:sldId xmlns:r="http://schemas.openxmlformats.org/officeDocument/2006/relationships" id="257" r:id="R5e625bf3eb6147bd"/>
    <p:sldId xmlns:r="http://schemas.openxmlformats.org/officeDocument/2006/relationships" id="258" r:id="R1ec8919f81224d1f"/>
    <p:sldId xmlns:r="http://schemas.openxmlformats.org/officeDocument/2006/relationships" id="259" r:id="R5a07149025cd468e"/>
    <p:sldId xmlns:r="http://schemas.openxmlformats.org/officeDocument/2006/relationships" id="260" r:id="R3a998a6125bd4025"/>
    <p:sldId xmlns:r="http://schemas.openxmlformats.org/officeDocument/2006/relationships" id="261" r:id="Rbd525e5876e94dc3"/>
    <p:sldId xmlns:r="http://schemas.openxmlformats.org/officeDocument/2006/relationships" id="262" r:id="R8e018aead53645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423c1c40894a6d" /><Relationship Type="http://schemas.openxmlformats.org/officeDocument/2006/relationships/slideMaster" Target="/ppt/slideMasters/slideMaster1.xml" Id="Rd5488e54d20e4969" /><Relationship Type="http://schemas.openxmlformats.org/officeDocument/2006/relationships/notesMaster" Target="/ppt/notesMasters/notesMaster1.xml" Id="R7fa166a5ff6f4172" /><Relationship Type="http://schemas.openxmlformats.org/officeDocument/2006/relationships/presProps" Target="/ppt/presProps.xml" Id="Rc1c434585b214709" /><Relationship Type="http://schemas.openxmlformats.org/officeDocument/2006/relationships/tableStyles" Target="/ppt/tableStyles.xml" Id="R85a607a5f49940e8" /><Relationship Type="http://schemas.openxmlformats.org/officeDocument/2006/relationships/slide" Target="/ppt/slides/slide1.xml" Id="Rc4e6fb9bd2384549" /><Relationship Type="http://schemas.openxmlformats.org/officeDocument/2006/relationships/slide" Target="/ppt/slides/slide2.xml" Id="R5e625bf3eb6147bd" /><Relationship Type="http://schemas.openxmlformats.org/officeDocument/2006/relationships/slide" Target="/ppt/slides/slide3.xml" Id="R1ec8919f81224d1f" /><Relationship Type="http://schemas.openxmlformats.org/officeDocument/2006/relationships/slide" Target="/ppt/slides/slide4.xml" Id="R5a07149025cd468e" /><Relationship Type="http://schemas.openxmlformats.org/officeDocument/2006/relationships/slide" Target="/ppt/slides/slide5.xml" Id="R3a998a6125bd4025" /><Relationship Type="http://schemas.openxmlformats.org/officeDocument/2006/relationships/slide" Target="/ppt/slides/slide6.xml" Id="Rbd525e5876e94dc3" /><Relationship Type="http://schemas.openxmlformats.org/officeDocument/2006/relationships/slide" Target="/ppt/slides/slide7.xml" Id="R8e018aead53645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3413de757444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4344f05dbf4eba" /><Relationship Type="http://schemas.openxmlformats.org/officeDocument/2006/relationships/notesMaster" Target="/ppt/notesMasters/notesMaster1.xml" Id="Rc59112a01d244e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5bf52d84034ada" /><Relationship Type="http://schemas.openxmlformats.org/officeDocument/2006/relationships/notesMaster" Target="/ppt/notesMasters/notesMaster1.xml" Id="R3baeddd3b34847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c84078cd434c90" /><Relationship Type="http://schemas.openxmlformats.org/officeDocument/2006/relationships/notesMaster" Target="/ppt/notesMasters/notesMaster1.xml" Id="R951e3bedf3d942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e2505368b642ee" /><Relationship Type="http://schemas.openxmlformats.org/officeDocument/2006/relationships/notesMaster" Target="/ppt/notesMasters/notesMaster1.xml" Id="Rc3378bb380174f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ee87b53fa948c0" /><Relationship Type="http://schemas.openxmlformats.org/officeDocument/2006/relationships/notesMaster" Target="/ppt/notesMasters/notesMaster1.xml" Id="Rf0eedea0f6974a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4453fa56b945f8" /><Relationship Type="http://schemas.openxmlformats.org/officeDocument/2006/relationships/notesMaster" Target="/ppt/notesMasters/notesMaster1.xml" Id="R39eb24076f2344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38a5525aee4f0d" /><Relationship Type="http://schemas.openxmlformats.org/officeDocument/2006/relationships/notesMaster" Target="/ppt/notesMasters/notesMaster1.xml" Id="R8cd1c28962b34b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week focused on building and refining EBA’s website into a connected, multi-page experience. The design and core browsing journeys are in place. It should be described as ready for review, not as fully launched. This update covers work recorded in the development conversation and the repository snapshot inspected on 25 October 2026. The first repository commit and the responsive update commit are dated 23 October. The photograph is an existing project asset: public/images/events/swing-for-autism/moment-6.jpg. No campaign performance results are being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evidence: src/app route files; src/lib/service-offerings.ts combines six serviceDetails records plus Social Media &amp; Community, giving seven detail pages. Six primary offerings appear in navigation, with Research &amp; Insights available as an additional detail page. src/lib/about-content.ts defines four sectors and five galleries. src/lib/event-content.ts defines seven events. src/lib/case-studies.ts defines three cases. src/lib/stories/posts.json contains sixteen articles, with individual article routes and a Stories collection. Contact and consultation forms are interface flows with email handoff, not a booking or CRM backend. Pages use shared ActionLink, SectionHeading, Photo, motion, event card and pagination components. The count describes source content and implemented routes; it is not a count of approved final copy or live production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design revisions: sticky glass-style navigation with text-only hover states; About dropdown; DM Sans, Playfair Display and Yellowtail on the website; brand yellow changed to #FFC107. Homepage services were shortened and linked to dedicated pages. The founder block uses the full requested quote/story with a Read More link. Find/Create/Execute was removed from the founder detail page. The homepage About collage was replaced with the anniversary video, muted and looping, with playback controlled by viewport visibility. The standalone Case Studies closing CTA and hero bottom strip were removed at the user’s request. The screenshot is an earlier review capture from artifacts/case-studies-redesign.png; its purpose is to illustrate the redesign, not certify current production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 list behavior: main Events collection shows three items at a time; All Events shows six at a time, with remaining items on the next page. Each of the seven cards links to its corresponding event route. Dedicated layouts exist for Play With Stephen 7th Edition, Falz, Sip &amp; Share, Achimota, Movies &amp; Conversations and It Can Only Be Naija; the remaining CommuniTEE event uses the shared detail template. Supplied posters remain event artwork, not the site’s navigation or hero design. Conflicting date details between posters and the supplied website text were surfaced in relevant event pages; final event-date approval remains needed. The four client testimonials match Tega Agbosa, Miss Amarachi, Ann Obaseki and Stephen Onaivi to their supplied portraits and quotes. Selecting Nigeria on the homepage map shows those faces; each links into Services. Headline types/deletes; counters restart on re-entry; entrance animations respect reduced-motion preferences. Source: project components and data files. Photograph: public/images/events/swing-for-autism/moment-7.jpg.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artifacts/responsive-check.md records the Chromium viewport pass on 23 October 2026. Widths 320, 390, 768, 1024 and 1440 were used across a representative matrix, not every page at every width. Main pages checked include Home, Case Studies, Our Story, Founder, FAQ, Services, Events, All Events, Consultation, Get in Touch and Stories. All seven event detail templates were checked at 390px; service, sector, gallery and case-study detail routes were also sampled. Document width matched available viewport width after fixes. Small-phone navigation and About dropdown were tested. A subsequent change moved Get in Touch inside the hamburger for widths up to 960px and retained the desktop CTA; ESLint passed for SiteHeader. TypeScript passed during the responsive pass. Do not equate these checks with physical-device, Safari, accessibility certification, Lighthouse benchmarking or a production release test. Screenshot: artifacts/mobile-menu-contact.png.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Launch status is deliberately evidence-based. The repository has no src/app API route handlers for delivery and the newsletter explicitly says signup becomes available once email is connected. Consultation and team introduction flows generate mailto links; a visitor must send through their email app and the team confirms manually. No automatic booking is implemented. Sanity, Resend, GA4 and Search Console were part of the intended stack but are not connected in the inspected source. Metadata is present on pages, while no sitemap route was found. Git remote origin is https://github.com/developerEBA/EBA-WEBSITE.git and local commits exist; this inspection did not verify remote sync, hosting, DNS, SSL or a live deployment. Hosting choice and account access should be confirmed before connecting the existing domain. A production build, real-device/Safari checks, accessibility review and Lighthouse test remain launch gates. No unverified subscription price, delivery date or completion percentage is 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next milestone should be an approval-ready live preview, followed by final domain launch after testing. This is a proposed sequence, not a dated commitment. Development owns CMS/email integration, analytics/search setup and technical release checks. EBA supplies approvals, account access through secure channels, confirmed contact details and a named content owner. Management decides the final hosting provider, approved service plans if any, and launch date once dependencies are resolved. Confirm approved event schedules because some supplied posters and page references disagree. Confirm rights and final versions of client photos, testimonials and work examples; remaining team placeholders need portraits or an approved display choice. Repository: https://github.com/developerEBA/EBA-WEBSITE. Likely CEO question: Can it go live today? Answer: the website can be reviewed now, but a dependable launch still needs the connections and checks listed on slide 6. Likely question: How much is left? Answer: remaining work is mainly integration, content approval and release verification; no reliable percentage or dated ETA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b7e0cbe6dd45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8ec710c32842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78d0b399fe44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0938e2f4af4a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e5c91214de46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82667ef18c4f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99F03C-B3C5-4CE6-B074-B396C315582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DD20AF-F901-4E02-8206-135B294013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13F6D9-7BB7-4C6E-BB62-538D9497BA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DDF9E7-BFBE-495A-9535-67F19090A8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C88032-26A5-493B-B296-317EC496DD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BBCAE9-3BD7-4023-8BF5-798AFBFD60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98513E-5A7F-4B56-A5B8-1F5361ACE5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34E9BA-34E2-4DF1-95BA-320EB17714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289723-84F6-4625-BAD4-C9DAC721EE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A4DD76-FE6A-43C3-9798-1FDA445CD9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7c2bd67a9140d6" /><Relationship Type="http://schemas.openxmlformats.org/officeDocument/2006/relationships/slideLayout" Target="/ppt/slideLayouts/slideLayout1.xml" Id="Rbfdbc1d937544bd4" /><Relationship Type="http://schemas.openxmlformats.org/officeDocument/2006/relationships/slideLayout" Target="/ppt/slideLayouts/slideLayout2.xml" Id="R64be465f893449d4" /><Relationship Type="http://schemas.openxmlformats.org/officeDocument/2006/relationships/slideLayout" Target="/ppt/slideLayouts/slideLayout3.xml" Id="R5864b498713241cc" /><Relationship Type="http://schemas.openxmlformats.org/officeDocument/2006/relationships/slideLayout" Target="/ppt/slideLayouts/slideLayout4.xml" Id="Rfb5c429fb00a4631" /><Relationship Type="http://schemas.openxmlformats.org/officeDocument/2006/relationships/slideLayout" Target="/ppt/slideLayouts/slideLayout5.xml" Id="Rc035f8c1fccb4aa6" /><Relationship Type="http://schemas.openxmlformats.org/officeDocument/2006/relationships/slideLayout" Target="/ppt/slideLayouts/slideLayout6.xml" Id="Re7828daccff24d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dbc1d937544bd4"/>
    <p:sldLayoutId xmlns:r="http://schemas.openxmlformats.org/officeDocument/2006/relationships" id="2147483650" r:id="R64be465f893449d4"/>
    <p:sldLayoutId xmlns:r="http://schemas.openxmlformats.org/officeDocument/2006/relationships" id="2147483651" r:id="R5864b498713241cc"/>
    <p:sldLayoutId xmlns:r="http://schemas.openxmlformats.org/officeDocument/2006/relationships" id="2147483652" r:id="Rfb5c429fb00a4631"/>
    <p:sldLayoutId xmlns:r="http://schemas.openxmlformats.org/officeDocument/2006/relationships" id="2147483653" r:id="Rc035f8c1fccb4aa6"/>
    <p:sldLayoutId xmlns:r="http://schemas.openxmlformats.org/officeDocument/2006/relationships" id="2147483654" r:id="Re7828daccff24d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3a5d8acefd4f51" /><Relationship Type="http://schemas.openxmlformats.org/officeDocument/2006/relationships/image" Target="/ppt/media/image.jpeg" Id="Reefda7f5fe304805" /><Relationship Type="http://schemas.openxmlformats.org/officeDocument/2006/relationships/notesSlide" Target="/ppt/notesSlides/notesSlide1.xml" Id="R2f6e1a61950642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581acd9ae04396" /><Relationship Type="http://schemas.openxmlformats.org/officeDocument/2006/relationships/notesSlide" Target="/ppt/notesSlides/notesSlide2.xml" Id="Rca8298a1821744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8eef0858154427" /><Relationship Type="http://schemas.openxmlformats.org/officeDocument/2006/relationships/image" Target="/ppt/media/image2.jpeg" Id="Rdc23ad9acd404ec1" /><Relationship Type="http://schemas.openxmlformats.org/officeDocument/2006/relationships/notesSlide" Target="/ppt/notesSlides/notesSlide3.xml" Id="Re778a8e20f3b4b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83b6c64abb4aef" /><Relationship Type="http://schemas.openxmlformats.org/officeDocument/2006/relationships/image" Target="/ppt/media/image3.jpeg" Id="R1515783027c64e3d" /><Relationship Type="http://schemas.openxmlformats.org/officeDocument/2006/relationships/notesSlide" Target="/ppt/notesSlides/notesSlide4.xml" Id="Rbeba22d8b22c46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bbafc157cd44da" /><Relationship Type="http://schemas.openxmlformats.org/officeDocument/2006/relationships/image" Target="/ppt/media/image4.jpeg" Id="R354a0cc9a89f4b5c" /><Relationship Type="http://schemas.openxmlformats.org/officeDocument/2006/relationships/notesSlide" Target="/ppt/notesSlides/notesSlide5.xml" Id="R7d5ed3ec9d124c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8685f73b8904a5f" /><Relationship Type="http://schemas.openxmlformats.org/officeDocument/2006/relationships/notesSlide" Target="/ppt/notesSlides/notesSlide6.xml" Id="Ra14be03c96b94b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dccfdec75b42a7" /><Relationship Type="http://schemas.openxmlformats.org/officeDocument/2006/relationships/notesSlide" Target="/ppt/notesSlides/notesSlide7.xml" Id="R0b8e3cf1475244a6" /></Relationships>
</file>

<file path=ppt/slides/slide1.xml><?xml version="1.0" encoding="utf-8"?>
<p:sld xmlns:p="http://schemas.openxmlformats.org/presentationml/2006/main">
  <p:cSld>
    <p:bg>
      <p:bgPr>
        <a:solidFill xmlns:a="http://schemas.openxmlformats.org/drawingml/2006/main">
          <a:srgbClr val="073F30"/>
        </a:solidFill>
      </p:bgPr>
    </p:bg>
    <p:spTree>
      <p:nvGrpSpPr>
        <p:cNvPr id="1" name=""/>
        <p:cNvGrpSpPr/>
        <p:nvPr/>
      </p:nvGrpSpPr>
      <p:grpSpPr>
        <a:xfrm xmlns:a="http://schemas.openxmlformats.org/drawingml/2006/main"/>
      </p:grpSpPr>
      <p:sp>
        <p:nvSpPr>
          <p:cNvPr id="8" name="EBA  /  WEBSITE UPDATE">
            <a:extLst xmlns:a="http://schemas.openxmlformats.org/drawingml/2006/main">
              <a:ext uri="{FF2B5EF4-FFF2-40B4-BE49-F238E27FC236}">
                <a16:creationId xmlns:a16="http://schemas.microsoft.com/office/drawing/2014/main" id="{18D9A469-DC49-48E3-B967-B6CE95085837}"/>
              </a:ext>
            </a:extLst>
          </p:cNvPr>
          <p:cNvSpPr>
            <a:spLocks xmlns:a="http://schemas.openxmlformats.org/drawingml/2006/main" noGrp="1"/>
          </p:cNvSpPr>
          <p:nvPr/>
        </p:nvSpPr>
        <p:spPr>
          <a:xfrm xmlns:a="http://schemas.openxmlformats.org/drawingml/2006/main">
            <a:off x="609600" y="33337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FFC107"/>
                </a:solidFill>
                <a:latin typeface="Arial"/>
                <a:ea typeface="Arial"/>
                <a:cs typeface="Arial"/>
              </a:defRPr>
            </a:defPPr>
            <a:lvl1pPr>
              <a:defRPr sz="1125" b="1">
                <a:solidFill>
                  <a:srgbClr val="FFC107"/>
                </a:solidFill>
                <a:latin typeface="Arial"/>
                <a:ea typeface="Arial"/>
                <a:cs typeface="Arial"/>
              </a:defRPr>
            </a:lvl1pPr>
            <a:lvl2pPr>
              <a:defRPr sz="1125" b="1">
                <a:solidFill>
                  <a:srgbClr val="FFC107"/>
                </a:solidFill>
                <a:latin typeface="Arial"/>
                <a:ea typeface="Arial"/>
                <a:cs typeface="Arial"/>
              </a:defRPr>
            </a:lvl2pPr>
            <a:lvl3pPr>
              <a:defRPr sz="1125" b="1">
                <a:solidFill>
                  <a:srgbClr val="FFC107"/>
                </a:solidFill>
                <a:latin typeface="Arial"/>
                <a:ea typeface="Arial"/>
                <a:cs typeface="Arial"/>
              </a:defRPr>
            </a:lvl3pPr>
            <a:lvl4pPr>
              <a:defRPr sz="1125" b="1">
                <a:solidFill>
                  <a:srgbClr val="FFC107"/>
                </a:solidFill>
                <a:latin typeface="Arial"/>
                <a:ea typeface="Arial"/>
                <a:cs typeface="Arial"/>
              </a:defRPr>
            </a:lvl4pPr>
            <a:lvl5pPr>
              <a:defRPr sz="1125" b="1">
                <a:solidFill>
                  <a:srgbClr val="FFC107"/>
                </a:solidFill>
                <a:latin typeface="Arial"/>
                <a:ea typeface="Arial"/>
                <a:cs typeface="Arial"/>
              </a:defRPr>
            </a:lvl5pPr>
            <a:lvl6pPr>
              <a:defRPr sz="1125" b="1">
                <a:solidFill>
                  <a:srgbClr val="FFC107"/>
                </a:solidFill>
                <a:latin typeface="Arial"/>
                <a:ea typeface="Arial"/>
                <a:cs typeface="Arial"/>
              </a:defRPr>
            </a:lvl6pPr>
            <a:lvl7pPr>
              <a:defRPr sz="1125" b="1">
                <a:solidFill>
                  <a:srgbClr val="FFC107"/>
                </a:solidFill>
                <a:latin typeface="Arial"/>
                <a:ea typeface="Arial"/>
                <a:cs typeface="Arial"/>
              </a:defRPr>
            </a:lvl7pPr>
            <a:lvl8pPr>
              <a:defRPr sz="1125" b="1">
                <a:solidFill>
                  <a:srgbClr val="FFC107"/>
                </a:solidFill>
                <a:latin typeface="Arial"/>
                <a:ea typeface="Arial"/>
                <a:cs typeface="Arial"/>
              </a:defRPr>
            </a:lvl8pPr>
            <a:lvl9pPr>
              <a:defRPr sz="1125" b="1">
                <a:solidFill>
                  <a:srgbClr val="FFC107"/>
                </a:solidFill>
                <a:latin typeface="Arial"/>
                <a:ea typeface="Arial"/>
                <a:cs typeface="Arial"/>
              </a:defRPr>
            </a:lvl9pPr>
          </a:lstStyle>
          <a:p xmlns:a="http://schemas.openxmlformats.org/drawingml/2006/main">
            <a:pPr>
              <a:defRPr sz="1125" b="1">
                <a:solidFill>
                  <a:srgbClr val="FFC107"/>
                </a:solidFill>
                <a:latin typeface="Arial"/>
                <a:ea typeface="Arial"/>
                <a:cs typeface="Arial"/>
              </a:defRPr>
            </a:pPr>
            <a:r>
              <a:rPr sz="1125" b="1">
                <a:solidFill>
                  <a:srgbClr val="FFC107"/>
                </a:solidFill>
                <a:latin typeface="Arial"/>
                <a:ea typeface="Arial"/>
                <a:cs typeface="Arial"/>
              </a:rPr>
              <a:t>EBA  /  WEBSITE UPDATE</a:t>
            </a:r>
          </a:p>
        </p:txBody>
      </p:sp>
      <p:sp>
        <p:nvSpPr>
          <p:cNvPr id="2" name="01">
            <a:extLst xmlns:a="http://schemas.openxmlformats.org/drawingml/2006/main">
              <a:ext uri="{FF2B5EF4-FFF2-40B4-BE49-F238E27FC236}">
                <a16:creationId xmlns:a16="http://schemas.microsoft.com/office/drawing/2014/main" id="{87A60CF9-6A23-4264-A4B5-1B9C31BDEDC4}"/>
              </a:ext>
            </a:extLst>
          </p:cNvPr>
          <p:cNvSpPr>
            <a:spLocks xmlns:a="http://schemas.openxmlformats.org/drawingml/2006/main" noGrp="1"/>
          </p:cNvSpPr>
          <p:nvPr/>
        </p:nvSpPr>
        <p:spPr>
          <a:xfrm xmlns:a="http://schemas.openxmlformats.org/drawingml/2006/main">
            <a:off x="11096625" y="333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FFC107"/>
                </a:solidFill>
                <a:latin typeface="Arial"/>
                <a:ea typeface="Arial"/>
                <a:cs typeface="Arial"/>
              </a:defRPr>
            </a:defPPr>
            <a:lvl1pPr>
              <a:defRPr sz="1125" b="0">
                <a:solidFill>
                  <a:srgbClr val="FFC107"/>
                </a:solidFill>
                <a:latin typeface="Arial"/>
                <a:ea typeface="Arial"/>
                <a:cs typeface="Arial"/>
              </a:defRPr>
            </a:lvl1pPr>
            <a:lvl2pPr>
              <a:defRPr sz="1125" b="0">
                <a:solidFill>
                  <a:srgbClr val="FFC107"/>
                </a:solidFill>
                <a:latin typeface="Arial"/>
                <a:ea typeface="Arial"/>
                <a:cs typeface="Arial"/>
              </a:defRPr>
            </a:lvl2pPr>
            <a:lvl3pPr>
              <a:defRPr sz="1125" b="0">
                <a:solidFill>
                  <a:srgbClr val="FFC107"/>
                </a:solidFill>
                <a:latin typeface="Arial"/>
                <a:ea typeface="Arial"/>
                <a:cs typeface="Arial"/>
              </a:defRPr>
            </a:lvl3pPr>
            <a:lvl4pPr>
              <a:defRPr sz="1125" b="0">
                <a:solidFill>
                  <a:srgbClr val="FFC107"/>
                </a:solidFill>
                <a:latin typeface="Arial"/>
                <a:ea typeface="Arial"/>
                <a:cs typeface="Arial"/>
              </a:defRPr>
            </a:lvl4pPr>
            <a:lvl5pPr>
              <a:defRPr sz="1125" b="0">
                <a:solidFill>
                  <a:srgbClr val="FFC107"/>
                </a:solidFill>
                <a:latin typeface="Arial"/>
                <a:ea typeface="Arial"/>
                <a:cs typeface="Arial"/>
              </a:defRPr>
            </a:lvl5pPr>
            <a:lvl6pPr>
              <a:defRPr sz="1125" b="0">
                <a:solidFill>
                  <a:srgbClr val="FFC107"/>
                </a:solidFill>
                <a:latin typeface="Arial"/>
                <a:ea typeface="Arial"/>
                <a:cs typeface="Arial"/>
              </a:defRPr>
            </a:lvl6pPr>
            <a:lvl7pPr>
              <a:defRPr sz="1125" b="0">
                <a:solidFill>
                  <a:srgbClr val="FFC107"/>
                </a:solidFill>
                <a:latin typeface="Arial"/>
                <a:ea typeface="Arial"/>
                <a:cs typeface="Arial"/>
              </a:defRPr>
            </a:lvl7pPr>
            <a:lvl8pPr>
              <a:defRPr sz="1125" b="0">
                <a:solidFill>
                  <a:srgbClr val="FFC107"/>
                </a:solidFill>
                <a:latin typeface="Arial"/>
                <a:ea typeface="Arial"/>
                <a:cs typeface="Arial"/>
              </a:defRPr>
            </a:lvl8pPr>
            <a:lvl9pPr>
              <a:defRPr sz="1125" b="0">
                <a:solidFill>
                  <a:srgbClr val="FFC107"/>
                </a:solidFill>
                <a:latin typeface="Arial"/>
                <a:ea typeface="Arial"/>
                <a:cs typeface="Arial"/>
              </a:defRPr>
            </a:lvl9pPr>
          </a:lstStyle>
          <a:p xmlns:a="http://schemas.openxmlformats.org/drawingml/2006/main">
            <a:pPr>
              <a:defRPr sz="1125" b="0">
                <a:solidFill>
                  <a:srgbClr val="FFC107"/>
                </a:solidFill>
                <a:latin typeface="Arial"/>
                <a:ea typeface="Arial"/>
                <a:cs typeface="Arial"/>
              </a:defRPr>
            </a:pPr>
            <a:r>
              <a:rPr sz="1125" b="0">
                <a:solidFill>
                  <a:srgbClr val="FFC107"/>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73AF0163-0644-4F0E-B9BF-81C4CA9EDD69}"/>
              </a:ext>
            </a:extLst>
          </p:cNvPr>
          <p:cNvPicPr>
            <a:picLocks xmlns:a="http://schemas.openxmlformats.org/drawingml/2006/main" noChangeAspect="1"/>
          </p:cNvPicPr>
          <p:nvPr/>
        </p:nvPicPr>
        <p:blipFill>
          <a:blip xmlns:r="http://schemas.openxmlformats.org/officeDocument/2006/relationships" xmlns:a="http://schemas.openxmlformats.org/drawingml/2006/main" r:embed="Reefda7f5fe304805"/>
          <a:srcRect xmlns:a="http://schemas.openxmlformats.org/drawingml/2006/main" l="26861" t="0" r="26861"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sp>
        <p:nvSpPr>
          <p:cNvPr id="4" name="Website progress">
            <a:extLst xmlns:a="http://schemas.openxmlformats.org/drawingml/2006/main">
              <a:ext uri="{FF2B5EF4-FFF2-40B4-BE49-F238E27FC236}">
                <a16:creationId xmlns:a16="http://schemas.microsoft.com/office/drawing/2014/main" id="{740C2EBA-5587-48F4-BE1B-9CECC4D7AE32}"/>
              </a:ext>
            </a:extLst>
          </p:cNvPr>
          <p:cNvSpPr>
            <a:spLocks xmlns:a="http://schemas.openxmlformats.org/drawingml/2006/main" noGrp="1"/>
          </p:cNvSpPr>
          <p:nvPr/>
        </p:nvSpPr>
        <p:spPr>
          <a:xfrm xmlns:a="http://schemas.openxmlformats.org/drawingml/2006/main">
            <a:off x="609600" y="182880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75" b="0">
                <a:solidFill>
                  <a:srgbClr val="F7F3E8"/>
                </a:solidFill>
                <a:latin typeface="Georgia"/>
                <a:ea typeface="Georgia"/>
                <a:cs typeface="Georgia"/>
              </a:defRPr>
            </a:defPPr>
            <a:lvl1pPr>
              <a:defRPr sz="4875" b="0">
                <a:solidFill>
                  <a:srgbClr val="F7F3E8"/>
                </a:solidFill>
                <a:latin typeface="Georgia"/>
                <a:ea typeface="Georgia"/>
                <a:cs typeface="Georgia"/>
              </a:defRPr>
            </a:lvl1pPr>
            <a:lvl2pPr>
              <a:defRPr sz="4875" b="0">
                <a:solidFill>
                  <a:srgbClr val="F7F3E8"/>
                </a:solidFill>
                <a:latin typeface="Georgia"/>
                <a:ea typeface="Georgia"/>
                <a:cs typeface="Georgia"/>
              </a:defRPr>
            </a:lvl2pPr>
            <a:lvl3pPr>
              <a:defRPr sz="4875" b="0">
                <a:solidFill>
                  <a:srgbClr val="F7F3E8"/>
                </a:solidFill>
                <a:latin typeface="Georgia"/>
                <a:ea typeface="Georgia"/>
                <a:cs typeface="Georgia"/>
              </a:defRPr>
            </a:lvl3pPr>
            <a:lvl4pPr>
              <a:defRPr sz="4875" b="0">
                <a:solidFill>
                  <a:srgbClr val="F7F3E8"/>
                </a:solidFill>
                <a:latin typeface="Georgia"/>
                <a:ea typeface="Georgia"/>
                <a:cs typeface="Georgia"/>
              </a:defRPr>
            </a:lvl4pPr>
            <a:lvl5pPr>
              <a:defRPr sz="4875" b="0">
                <a:solidFill>
                  <a:srgbClr val="F7F3E8"/>
                </a:solidFill>
                <a:latin typeface="Georgia"/>
                <a:ea typeface="Georgia"/>
                <a:cs typeface="Georgia"/>
              </a:defRPr>
            </a:lvl5pPr>
            <a:lvl6pPr>
              <a:defRPr sz="4875" b="0">
                <a:solidFill>
                  <a:srgbClr val="F7F3E8"/>
                </a:solidFill>
                <a:latin typeface="Georgia"/>
                <a:ea typeface="Georgia"/>
                <a:cs typeface="Georgia"/>
              </a:defRPr>
            </a:lvl6pPr>
            <a:lvl7pPr>
              <a:defRPr sz="4875" b="0">
                <a:solidFill>
                  <a:srgbClr val="F7F3E8"/>
                </a:solidFill>
                <a:latin typeface="Georgia"/>
                <a:ea typeface="Georgia"/>
                <a:cs typeface="Georgia"/>
              </a:defRPr>
            </a:lvl7pPr>
            <a:lvl8pPr>
              <a:defRPr sz="4875" b="0">
                <a:solidFill>
                  <a:srgbClr val="F7F3E8"/>
                </a:solidFill>
                <a:latin typeface="Georgia"/>
                <a:ea typeface="Georgia"/>
                <a:cs typeface="Georgia"/>
              </a:defRPr>
            </a:lvl8pPr>
            <a:lvl9pPr>
              <a:defRPr sz="4875" b="0">
                <a:solidFill>
                  <a:srgbClr val="F7F3E8"/>
                </a:solidFill>
                <a:latin typeface="Georgia"/>
                <a:ea typeface="Georgia"/>
                <a:cs typeface="Georgia"/>
              </a:defRPr>
            </a:lvl9pPr>
          </a:lstStyle>
          <a:p xmlns:a="http://schemas.openxmlformats.org/drawingml/2006/main">
            <a:pPr>
              <a:defRPr sz="4875" b="0">
                <a:solidFill>
                  <a:srgbClr val="F7F3E8"/>
                </a:solidFill>
                <a:latin typeface="Georgia"/>
                <a:ea typeface="Georgia"/>
                <a:cs typeface="Georgia"/>
              </a:defRPr>
            </a:pPr>
            <a:r>
              <a:rPr sz="4875" b="0">
                <a:solidFill>
                  <a:srgbClr val="F7F3E8"/>
                </a:solidFill>
                <a:latin typeface="Georgia"/>
                <a:ea typeface="Georgia"/>
                <a:cs typeface="Georgia"/>
              </a:rPr>
              <a:t>Website progress</a:t>
            </a:r>
          </a:p>
        </p:txBody>
      </p:sp>
      <p:sp>
        <p:nvSpPr>
          <p:cNvPr id="5" name="Week of 19–25 October 2026">
            <a:extLst xmlns:a="http://schemas.openxmlformats.org/drawingml/2006/main">
              <a:ext uri="{FF2B5EF4-FFF2-40B4-BE49-F238E27FC236}">
                <a16:creationId xmlns:a16="http://schemas.microsoft.com/office/drawing/2014/main" id="{E1BB2E24-FBDB-44C4-B0EA-07F0B7D84E4B}"/>
              </a:ext>
            </a:extLst>
          </p:cNvPr>
          <p:cNvSpPr>
            <a:spLocks xmlns:a="http://schemas.openxmlformats.org/drawingml/2006/main" noGrp="1"/>
          </p:cNvSpPr>
          <p:nvPr/>
        </p:nvSpPr>
        <p:spPr>
          <a:xfrm xmlns:a="http://schemas.openxmlformats.org/drawingml/2006/main">
            <a:off x="647700" y="30003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FC107"/>
                </a:solidFill>
                <a:latin typeface="Arial"/>
                <a:ea typeface="Arial"/>
                <a:cs typeface="Arial"/>
              </a:defRPr>
            </a:defPPr>
            <a:lvl1pPr>
              <a:defRPr sz="2025" b="0">
                <a:solidFill>
                  <a:srgbClr val="FFC107"/>
                </a:solidFill>
                <a:latin typeface="Arial"/>
                <a:ea typeface="Arial"/>
                <a:cs typeface="Arial"/>
              </a:defRPr>
            </a:lvl1pPr>
            <a:lvl2pPr>
              <a:defRPr sz="2025" b="0">
                <a:solidFill>
                  <a:srgbClr val="FFC107"/>
                </a:solidFill>
                <a:latin typeface="Arial"/>
                <a:ea typeface="Arial"/>
                <a:cs typeface="Arial"/>
              </a:defRPr>
            </a:lvl2pPr>
            <a:lvl3pPr>
              <a:defRPr sz="2025" b="0">
                <a:solidFill>
                  <a:srgbClr val="FFC107"/>
                </a:solidFill>
                <a:latin typeface="Arial"/>
                <a:ea typeface="Arial"/>
                <a:cs typeface="Arial"/>
              </a:defRPr>
            </a:lvl3pPr>
            <a:lvl4pPr>
              <a:defRPr sz="2025" b="0">
                <a:solidFill>
                  <a:srgbClr val="FFC107"/>
                </a:solidFill>
                <a:latin typeface="Arial"/>
                <a:ea typeface="Arial"/>
                <a:cs typeface="Arial"/>
              </a:defRPr>
            </a:lvl4pPr>
            <a:lvl5pPr>
              <a:defRPr sz="2025" b="0">
                <a:solidFill>
                  <a:srgbClr val="FFC107"/>
                </a:solidFill>
                <a:latin typeface="Arial"/>
                <a:ea typeface="Arial"/>
                <a:cs typeface="Arial"/>
              </a:defRPr>
            </a:lvl5pPr>
            <a:lvl6pPr>
              <a:defRPr sz="2025" b="0">
                <a:solidFill>
                  <a:srgbClr val="FFC107"/>
                </a:solidFill>
                <a:latin typeface="Arial"/>
                <a:ea typeface="Arial"/>
                <a:cs typeface="Arial"/>
              </a:defRPr>
            </a:lvl6pPr>
            <a:lvl7pPr>
              <a:defRPr sz="2025" b="0">
                <a:solidFill>
                  <a:srgbClr val="FFC107"/>
                </a:solidFill>
                <a:latin typeface="Arial"/>
                <a:ea typeface="Arial"/>
                <a:cs typeface="Arial"/>
              </a:defRPr>
            </a:lvl7pPr>
            <a:lvl8pPr>
              <a:defRPr sz="2025" b="0">
                <a:solidFill>
                  <a:srgbClr val="FFC107"/>
                </a:solidFill>
                <a:latin typeface="Arial"/>
                <a:ea typeface="Arial"/>
                <a:cs typeface="Arial"/>
              </a:defRPr>
            </a:lvl8pPr>
            <a:lvl9pPr>
              <a:defRPr sz="2025" b="0">
                <a:solidFill>
                  <a:srgbClr val="FFC107"/>
                </a:solidFill>
                <a:latin typeface="Arial"/>
                <a:ea typeface="Arial"/>
                <a:cs typeface="Arial"/>
              </a:defRPr>
            </a:lvl9pPr>
          </a:lstStyle>
          <a:p xmlns:a="http://schemas.openxmlformats.org/drawingml/2006/main">
            <a:pPr>
              <a:defRPr sz="2025" b="0">
                <a:solidFill>
                  <a:srgbClr val="FFC107"/>
                </a:solidFill>
                <a:latin typeface="Arial"/>
                <a:ea typeface="Arial"/>
                <a:cs typeface="Arial"/>
              </a:defRPr>
            </a:pPr>
            <a:r>
              <a:rPr sz="2025" b="0">
                <a:solidFill>
                  <a:srgbClr val="FFC107"/>
                </a:solidFill>
                <a:latin typeface="Arial"/>
                <a:ea typeface="Arial"/>
                <a:cs typeface="Arial"/>
              </a:rPr>
              <a:t>Week of 19–25 October 2026</a:t>
            </a:r>
          </a:p>
        </p:txBody>
      </p:sp>
      <p:sp>
        <p:nvSpPr>
          <p:cNvPr id="6" name="The website is built for review.&#10;Launch conne">
            <a:extLst xmlns:a="http://schemas.openxmlformats.org/drawingml/2006/main">
              <a:ext uri="{FF2B5EF4-FFF2-40B4-BE49-F238E27FC236}">
                <a16:creationId xmlns:a16="http://schemas.microsoft.com/office/drawing/2014/main" id="{3CCE8092-DCA0-4FB1-B433-6233AD04135D}"/>
              </a:ext>
            </a:extLst>
          </p:cNvPr>
          <p:cNvSpPr>
            <a:spLocks xmlns:a="http://schemas.openxmlformats.org/drawingml/2006/main" noGrp="1"/>
          </p:cNvSpPr>
          <p:nvPr/>
        </p:nvSpPr>
        <p:spPr>
          <a:xfrm xmlns:a="http://schemas.openxmlformats.org/drawingml/2006/main">
            <a:off x="647700" y="4133850"/>
            <a:ext cx="5953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7F3E8"/>
                </a:solidFill>
                <a:latin typeface="Arial"/>
                <a:ea typeface="Arial"/>
                <a:cs typeface="Arial"/>
              </a:defRPr>
            </a:defPPr>
            <a:lvl1pPr>
              <a:defRPr sz="2025" b="0">
                <a:solidFill>
                  <a:srgbClr val="F7F3E8"/>
                </a:solidFill>
                <a:latin typeface="Arial"/>
                <a:ea typeface="Arial"/>
                <a:cs typeface="Arial"/>
              </a:defRPr>
            </a:lvl1pPr>
            <a:lvl2pPr>
              <a:defRPr sz="2025" b="0">
                <a:solidFill>
                  <a:srgbClr val="F7F3E8"/>
                </a:solidFill>
                <a:latin typeface="Arial"/>
                <a:ea typeface="Arial"/>
                <a:cs typeface="Arial"/>
              </a:defRPr>
            </a:lvl2pPr>
            <a:lvl3pPr>
              <a:defRPr sz="2025" b="0">
                <a:solidFill>
                  <a:srgbClr val="F7F3E8"/>
                </a:solidFill>
                <a:latin typeface="Arial"/>
                <a:ea typeface="Arial"/>
                <a:cs typeface="Arial"/>
              </a:defRPr>
            </a:lvl3pPr>
            <a:lvl4pPr>
              <a:defRPr sz="2025" b="0">
                <a:solidFill>
                  <a:srgbClr val="F7F3E8"/>
                </a:solidFill>
                <a:latin typeface="Arial"/>
                <a:ea typeface="Arial"/>
                <a:cs typeface="Arial"/>
              </a:defRPr>
            </a:lvl4pPr>
            <a:lvl5pPr>
              <a:defRPr sz="2025" b="0">
                <a:solidFill>
                  <a:srgbClr val="F7F3E8"/>
                </a:solidFill>
                <a:latin typeface="Arial"/>
                <a:ea typeface="Arial"/>
                <a:cs typeface="Arial"/>
              </a:defRPr>
            </a:lvl5pPr>
            <a:lvl6pPr>
              <a:defRPr sz="2025" b="0">
                <a:solidFill>
                  <a:srgbClr val="F7F3E8"/>
                </a:solidFill>
                <a:latin typeface="Arial"/>
                <a:ea typeface="Arial"/>
                <a:cs typeface="Arial"/>
              </a:defRPr>
            </a:lvl6pPr>
            <a:lvl7pPr>
              <a:defRPr sz="2025" b="0">
                <a:solidFill>
                  <a:srgbClr val="F7F3E8"/>
                </a:solidFill>
                <a:latin typeface="Arial"/>
                <a:ea typeface="Arial"/>
                <a:cs typeface="Arial"/>
              </a:defRPr>
            </a:lvl7pPr>
            <a:lvl8pPr>
              <a:defRPr sz="2025" b="0">
                <a:solidFill>
                  <a:srgbClr val="F7F3E8"/>
                </a:solidFill>
                <a:latin typeface="Arial"/>
                <a:ea typeface="Arial"/>
                <a:cs typeface="Arial"/>
              </a:defRPr>
            </a:lvl8pPr>
            <a:lvl9pPr>
              <a:defRPr sz="2025" b="0">
                <a:solidFill>
                  <a:srgbClr val="F7F3E8"/>
                </a:solidFill>
                <a:latin typeface="Arial"/>
                <a:ea typeface="Arial"/>
                <a:cs typeface="Arial"/>
              </a:defRPr>
            </a:lvl9pPr>
          </a:lstStyle>
          <a:p xmlns:a="http://schemas.openxmlformats.org/drawingml/2006/main">
            <a:pPr>
              <a:defRPr sz="2025" b="0">
                <a:solidFill>
                  <a:srgbClr val="F7F3E8"/>
                </a:solidFill>
                <a:latin typeface="Arial"/>
                <a:ea typeface="Arial"/>
                <a:cs typeface="Arial"/>
              </a:defRPr>
            </a:pPr>
            <a:r>
              <a:rPr sz="2025" b="0">
                <a:solidFill>
                  <a:srgbClr val="F7F3E8"/>
                </a:solidFill>
                <a:latin typeface="Arial"/>
                <a:ea typeface="Arial"/>
                <a:cs typeface="Arial"/>
              </a:rPr>
              <a:t>The website is built for review.</a:t>
            </a:r>
          </a:p>
          <a:p xmlns:a="http://schemas.openxmlformats.org/drawingml/2006/main">
            <a:pPr>
              <a:defRPr sz="2025" b="0">
                <a:solidFill>
                  <a:srgbClr val="F7F3E8"/>
                </a:solidFill>
                <a:latin typeface="Arial"/>
                <a:ea typeface="Arial"/>
                <a:cs typeface="Arial"/>
              </a:defRPr>
            </a:pPr>
            <a:r>
              <a:rPr sz="2025" b="0">
                <a:solidFill>
                  <a:srgbClr val="F7F3E8"/>
                </a:solidFill>
                <a:latin typeface="Arial"/>
                <a:ea typeface="Arial"/>
                <a:cs typeface="Arial"/>
              </a:rPr>
              <a:t>Launch connections and final approvals come next.</a:t>
            </a:r>
          </a:p>
        </p:txBody>
      </p:sp>
      <p:sp>
        <p:nvSpPr>
          <p:cNvPr id="7" name="Eni Brand Architect">
            <a:extLst xmlns:a="http://schemas.openxmlformats.org/drawingml/2006/main">
              <a:ext uri="{FF2B5EF4-FFF2-40B4-BE49-F238E27FC236}">
                <a16:creationId xmlns:a16="http://schemas.microsoft.com/office/drawing/2014/main" id="{0129FD08-7DA0-4801-B80F-B18BDF46F185}"/>
              </a:ext>
            </a:extLst>
          </p:cNvPr>
          <p:cNvSpPr>
            <a:spLocks xmlns:a="http://schemas.openxmlformats.org/drawingml/2006/main" noGrp="1"/>
          </p:cNvSpPr>
          <p:nvPr/>
        </p:nvSpPr>
        <p:spPr>
          <a:xfrm xmlns:a="http://schemas.openxmlformats.org/drawingml/2006/main">
            <a:off x="647700" y="609600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F7F3E8"/>
                </a:solidFill>
                <a:latin typeface="Arial"/>
                <a:ea typeface="Arial"/>
                <a:cs typeface="Arial"/>
              </a:defRPr>
            </a:defPPr>
            <a:lvl1pPr>
              <a:defRPr sz="1425" b="0">
                <a:solidFill>
                  <a:srgbClr val="F7F3E8"/>
                </a:solidFill>
                <a:latin typeface="Arial"/>
                <a:ea typeface="Arial"/>
                <a:cs typeface="Arial"/>
              </a:defRPr>
            </a:lvl1pPr>
            <a:lvl2pPr>
              <a:defRPr sz="1425" b="0">
                <a:solidFill>
                  <a:srgbClr val="F7F3E8"/>
                </a:solidFill>
                <a:latin typeface="Arial"/>
                <a:ea typeface="Arial"/>
                <a:cs typeface="Arial"/>
              </a:defRPr>
            </a:lvl2pPr>
            <a:lvl3pPr>
              <a:defRPr sz="1425" b="0">
                <a:solidFill>
                  <a:srgbClr val="F7F3E8"/>
                </a:solidFill>
                <a:latin typeface="Arial"/>
                <a:ea typeface="Arial"/>
                <a:cs typeface="Arial"/>
              </a:defRPr>
            </a:lvl3pPr>
            <a:lvl4pPr>
              <a:defRPr sz="1425" b="0">
                <a:solidFill>
                  <a:srgbClr val="F7F3E8"/>
                </a:solidFill>
                <a:latin typeface="Arial"/>
                <a:ea typeface="Arial"/>
                <a:cs typeface="Arial"/>
              </a:defRPr>
            </a:lvl4pPr>
            <a:lvl5pPr>
              <a:defRPr sz="1425" b="0">
                <a:solidFill>
                  <a:srgbClr val="F7F3E8"/>
                </a:solidFill>
                <a:latin typeface="Arial"/>
                <a:ea typeface="Arial"/>
                <a:cs typeface="Arial"/>
              </a:defRPr>
            </a:lvl5pPr>
            <a:lvl6pPr>
              <a:defRPr sz="1425" b="0">
                <a:solidFill>
                  <a:srgbClr val="F7F3E8"/>
                </a:solidFill>
                <a:latin typeface="Arial"/>
                <a:ea typeface="Arial"/>
                <a:cs typeface="Arial"/>
              </a:defRPr>
            </a:lvl6pPr>
            <a:lvl7pPr>
              <a:defRPr sz="1425" b="0">
                <a:solidFill>
                  <a:srgbClr val="F7F3E8"/>
                </a:solidFill>
                <a:latin typeface="Arial"/>
                <a:ea typeface="Arial"/>
                <a:cs typeface="Arial"/>
              </a:defRPr>
            </a:lvl7pPr>
            <a:lvl8pPr>
              <a:defRPr sz="1425" b="0">
                <a:solidFill>
                  <a:srgbClr val="F7F3E8"/>
                </a:solidFill>
                <a:latin typeface="Arial"/>
                <a:ea typeface="Arial"/>
                <a:cs typeface="Arial"/>
              </a:defRPr>
            </a:lvl8pPr>
            <a:lvl9pPr>
              <a:defRPr sz="1425" b="0">
                <a:solidFill>
                  <a:srgbClr val="F7F3E8"/>
                </a:solidFill>
                <a:latin typeface="Arial"/>
                <a:ea typeface="Arial"/>
                <a:cs typeface="Arial"/>
              </a:defRPr>
            </a:lvl9pPr>
          </a:lstStyle>
          <a:p xmlns:a="http://schemas.openxmlformats.org/drawingml/2006/main">
            <a:pPr>
              <a:defRPr sz="1425" b="0">
                <a:solidFill>
                  <a:srgbClr val="F7F3E8"/>
                </a:solidFill>
                <a:latin typeface="Arial"/>
                <a:ea typeface="Arial"/>
                <a:cs typeface="Arial"/>
              </a:defRPr>
            </a:pPr>
            <a:r>
              <a:rPr sz="1425" b="0">
                <a:solidFill>
                  <a:srgbClr val="F7F3E8"/>
                </a:solidFill>
                <a:latin typeface="Arial"/>
                <a:ea typeface="Arial"/>
                <a:cs typeface="Arial"/>
              </a:rPr>
              <a:t>Eni Brand Architect</a:t>
            </a:r>
          </a:p>
        </p:txBody>
      </p:sp>
    </p:spTree>
    <p:extLst>
      <p:ext uri="{BB962C8B-B14F-4D97-AF65-F5344CB8AC3E}">
        <p14:creationId xmlns:p14="http://schemas.microsoft.com/office/powerpoint/2010/main" val="578624329"/>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3" name="EBA  /  WEBSITE UPDATE">
            <a:extLst xmlns:a="http://schemas.openxmlformats.org/drawingml/2006/main">
              <a:ext uri="{FF2B5EF4-FFF2-40B4-BE49-F238E27FC236}">
                <a16:creationId xmlns:a16="http://schemas.microsoft.com/office/drawing/2014/main" id="{A1C4E784-14D5-4250-8927-F69EFE077FD8}"/>
              </a:ext>
            </a:extLst>
          </p:cNvPr>
          <p:cNvSpPr>
            <a:spLocks xmlns:a="http://schemas.openxmlformats.org/drawingml/2006/main" noGrp="1"/>
          </p:cNvSpPr>
          <p:nvPr/>
        </p:nvSpPr>
        <p:spPr>
          <a:xfrm xmlns:a="http://schemas.openxmlformats.org/drawingml/2006/main">
            <a:off x="609600" y="33337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3695C"/>
                </a:solidFill>
                <a:latin typeface="Arial"/>
                <a:ea typeface="Arial"/>
                <a:cs typeface="Arial"/>
              </a:defRPr>
            </a:defPPr>
            <a:lvl1pPr>
              <a:defRPr sz="1125" b="1">
                <a:solidFill>
                  <a:srgbClr val="53695C"/>
                </a:solidFill>
                <a:latin typeface="Arial"/>
                <a:ea typeface="Arial"/>
                <a:cs typeface="Arial"/>
              </a:defRPr>
            </a:lvl1pPr>
            <a:lvl2pPr>
              <a:defRPr sz="1125" b="1">
                <a:solidFill>
                  <a:srgbClr val="53695C"/>
                </a:solidFill>
                <a:latin typeface="Arial"/>
                <a:ea typeface="Arial"/>
                <a:cs typeface="Arial"/>
              </a:defRPr>
            </a:lvl2pPr>
            <a:lvl3pPr>
              <a:defRPr sz="1125" b="1">
                <a:solidFill>
                  <a:srgbClr val="53695C"/>
                </a:solidFill>
                <a:latin typeface="Arial"/>
                <a:ea typeface="Arial"/>
                <a:cs typeface="Arial"/>
              </a:defRPr>
            </a:lvl3pPr>
            <a:lvl4pPr>
              <a:defRPr sz="1125" b="1">
                <a:solidFill>
                  <a:srgbClr val="53695C"/>
                </a:solidFill>
                <a:latin typeface="Arial"/>
                <a:ea typeface="Arial"/>
                <a:cs typeface="Arial"/>
              </a:defRPr>
            </a:lvl4pPr>
            <a:lvl5pPr>
              <a:defRPr sz="1125" b="1">
                <a:solidFill>
                  <a:srgbClr val="53695C"/>
                </a:solidFill>
                <a:latin typeface="Arial"/>
                <a:ea typeface="Arial"/>
                <a:cs typeface="Arial"/>
              </a:defRPr>
            </a:lvl5pPr>
            <a:lvl6pPr>
              <a:defRPr sz="1125" b="1">
                <a:solidFill>
                  <a:srgbClr val="53695C"/>
                </a:solidFill>
                <a:latin typeface="Arial"/>
                <a:ea typeface="Arial"/>
                <a:cs typeface="Arial"/>
              </a:defRPr>
            </a:lvl6pPr>
            <a:lvl7pPr>
              <a:defRPr sz="1125" b="1">
                <a:solidFill>
                  <a:srgbClr val="53695C"/>
                </a:solidFill>
                <a:latin typeface="Arial"/>
                <a:ea typeface="Arial"/>
                <a:cs typeface="Arial"/>
              </a:defRPr>
            </a:lvl7pPr>
            <a:lvl8pPr>
              <a:defRPr sz="1125" b="1">
                <a:solidFill>
                  <a:srgbClr val="53695C"/>
                </a:solidFill>
                <a:latin typeface="Arial"/>
                <a:ea typeface="Arial"/>
                <a:cs typeface="Arial"/>
              </a:defRPr>
            </a:lvl8pPr>
            <a:lvl9pPr>
              <a:defRPr sz="1125" b="1">
                <a:solidFill>
                  <a:srgbClr val="53695C"/>
                </a:solidFill>
                <a:latin typeface="Arial"/>
                <a:ea typeface="Arial"/>
                <a:cs typeface="Arial"/>
              </a:defRPr>
            </a:lvl9pPr>
          </a:lstStyle>
          <a:p xmlns:a="http://schemas.openxmlformats.org/drawingml/2006/main">
            <a:pPr>
              <a:defRPr sz="1125" b="1">
                <a:solidFill>
                  <a:srgbClr val="53695C"/>
                </a:solidFill>
                <a:latin typeface="Arial"/>
                <a:ea typeface="Arial"/>
                <a:cs typeface="Arial"/>
              </a:defRPr>
            </a:pPr>
            <a:r>
              <a:rPr sz="1125" b="1">
                <a:solidFill>
                  <a:srgbClr val="53695C"/>
                </a:solidFill>
                <a:latin typeface="Arial"/>
                <a:ea typeface="Arial"/>
                <a:cs typeface="Arial"/>
              </a:rPr>
              <a:t>EBA  /  WEBSITE UPDATE</a:t>
            </a:r>
          </a:p>
        </p:txBody>
      </p:sp>
      <p:sp>
        <p:nvSpPr>
          <p:cNvPr id="2" name="02">
            <a:extLst xmlns:a="http://schemas.openxmlformats.org/drawingml/2006/main">
              <a:ext uri="{FF2B5EF4-FFF2-40B4-BE49-F238E27FC236}">
                <a16:creationId xmlns:a16="http://schemas.microsoft.com/office/drawing/2014/main" id="{3BCEFF95-FA3D-475E-9A1F-67C3C6807B5E}"/>
              </a:ext>
            </a:extLst>
          </p:cNvPr>
          <p:cNvSpPr>
            <a:spLocks xmlns:a="http://schemas.openxmlformats.org/drawingml/2006/main" noGrp="1"/>
          </p:cNvSpPr>
          <p:nvPr/>
        </p:nvSpPr>
        <p:spPr>
          <a:xfrm xmlns:a="http://schemas.openxmlformats.org/drawingml/2006/main">
            <a:off x="11096625" y="333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95C"/>
                </a:solidFill>
                <a:latin typeface="Arial"/>
                <a:ea typeface="Arial"/>
                <a:cs typeface="Arial"/>
              </a:defRPr>
            </a:defPPr>
            <a:lvl1pPr>
              <a:defRPr sz="1125" b="0">
                <a:solidFill>
                  <a:srgbClr val="53695C"/>
                </a:solidFill>
                <a:latin typeface="Arial"/>
                <a:ea typeface="Arial"/>
                <a:cs typeface="Arial"/>
              </a:defRPr>
            </a:lvl1pPr>
            <a:lvl2pPr>
              <a:defRPr sz="1125" b="0">
                <a:solidFill>
                  <a:srgbClr val="53695C"/>
                </a:solidFill>
                <a:latin typeface="Arial"/>
                <a:ea typeface="Arial"/>
                <a:cs typeface="Arial"/>
              </a:defRPr>
            </a:lvl2pPr>
            <a:lvl3pPr>
              <a:defRPr sz="1125" b="0">
                <a:solidFill>
                  <a:srgbClr val="53695C"/>
                </a:solidFill>
                <a:latin typeface="Arial"/>
                <a:ea typeface="Arial"/>
                <a:cs typeface="Arial"/>
              </a:defRPr>
            </a:lvl3pPr>
            <a:lvl4pPr>
              <a:defRPr sz="1125" b="0">
                <a:solidFill>
                  <a:srgbClr val="53695C"/>
                </a:solidFill>
                <a:latin typeface="Arial"/>
                <a:ea typeface="Arial"/>
                <a:cs typeface="Arial"/>
              </a:defRPr>
            </a:lvl4pPr>
            <a:lvl5pPr>
              <a:defRPr sz="1125" b="0">
                <a:solidFill>
                  <a:srgbClr val="53695C"/>
                </a:solidFill>
                <a:latin typeface="Arial"/>
                <a:ea typeface="Arial"/>
                <a:cs typeface="Arial"/>
              </a:defRPr>
            </a:lvl5pPr>
            <a:lvl6pPr>
              <a:defRPr sz="1125" b="0">
                <a:solidFill>
                  <a:srgbClr val="53695C"/>
                </a:solidFill>
                <a:latin typeface="Arial"/>
                <a:ea typeface="Arial"/>
                <a:cs typeface="Arial"/>
              </a:defRPr>
            </a:lvl6pPr>
            <a:lvl7pPr>
              <a:defRPr sz="1125" b="0">
                <a:solidFill>
                  <a:srgbClr val="53695C"/>
                </a:solidFill>
                <a:latin typeface="Arial"/>
                <a:ea typeface="Arial"/>
                <a:cs typeface="Arial"/>
              </a:defRPr>
            </a:lvl7pPr>
            <a:lvl8pPr>
              <a:defRPr sz="1125" b="0">
                <a:solidFill>
                  <a:srgbClr val="53695C"/>
                </a:solidFill>
                <a:latin typeface="Arial"/>
                <a:ea typeface="Arial"/>
                <a:cs typeface="Arial"/>
              </a:defRPr>
            </a:lvl8pPr>
            <a:lvl9pPr>
              <a:defRPr sz="1125" b="0">
                <a:solidFill>
                  <a:srgbClr val="53695C"/>
                </a:solidFill>
                <a:latin typeface="Arial"/>
                <a:ea typeface="Arial"/>
                <a:cs typeface="Arial"/>
              </a:defRPr>
            </a:lvl9pPr>
          </a:lstStyle>
          <a:p xmlns:a="http://schemas.openxmlformats.org/drawingml/2006/main">
            <a:pPr>
              <a:defRPr sz="1125" b="0">
                <a:solidFill>
                  <a:srgbClr val="53695C"/>
                </a:solidFill>
                <a:latin typeface="Arial"/>
                <a:ea typeface="Arial"/>
                <a:cs typeface="Arial"/>
              </a:defRPr>
            </a:pPr>
            <a:r>
              <a:rPr sz="1125" b="0">
                <a:solidFill>
                  <a:srgbClr val="53695C"/>
                </a:solidFill>
                <a:latin typeface="Arial"/>
                <a:ea typeface="Arial"/>
                <a:cs typeface="Arial"/>
              </a:rPr>
              <a:t>02</a:t>
            </a:r>
          </a:p>
        </p:txBody>
      </p:sp>
      <p:sp>
        <p:nvSpPr>
          <p:cNvPr id="3" name="What is in place">
            <a:extLst xmlns:a="http://schemas.openxmlformats.org/drawingml/2006/main">
              <a:ext uri="{FF2B5EF4-FFF2-40B4-BE49-F238E27FC236}">
                <a16:creationId xmlns:a16="http://schemas.microsoft.com/office/drawing/2014/main" id="{F62CDED0-77AF-4B32-9B5F-EDA78C338E35}"/>
              </a:ext>
            </a:extLst>
          </p:cNvPr>
          <p:cNvSpPr>
            <a:spLocks xmlns:a="http://schemas.openxmlformats.org/drawingml/2006/main" noGrp="1"/>
          </p:cNvSpPr>
          <p:nvPr/>
        </p:nvSpPr>
        <p:spPr>
          <a:xfrm xmlns:a="http://schemas.openxmlformats.org/drawingml/2006/main">
            <a:off x="609600" y="904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073F30"/>
                </a:solidFill>
                <a:latin typeface="Georgia"/>
                <a:ea typeface="Georgia"/>
                <a:cs typeface="Georgia"/>
              </a:defRPr>
            </a:defPPr>
            <a:lvl1pPr>
              <a:defRPr sz="3450" b="0">
                <a:solidFill>
                  <a:srgbClr val="073F30"/>
                </a:solidFill>
                <a:latin typeface="Georgia"/>
                <a:ea typeface="Georgia"/>
                <a:cs typeface="Georgia"/>
              </a:defRPr>
            </a:lvl1pPr>
            <a:lvl2pPr>
              <a:defRPr sz="3450" b="0">
                <a:solidFill>
                  <a:srgbClr val="073F30"/>
                </a:solidFill>
                <a:latin typeface="Georgia"/>
                <a:ea typeface="Georgia"/>
                <a:cs typeface="Georgia"/>
              </a:defRPr>
            </a:lvl2pPr>
            <a:lvl3pPr>
              <a:defRPr sz="3450" b="0">
                <a:solidFill>
                  <a:srgbClr val="073F30"/>
                </a:solidFill>
                <a:latin typeface="Georgia"/>
                <a:ea typeface="Georgia"/>
                <a:cs typeface="Georgia"/>
              </a:defRPr>
            </a:lvl3pPr>
            <a:lvl4pPr>
              <a:defRPr sz="3450" b="0">
                <a:solidFill>
                  <a:srgbClr val="073F30"/>
                </a:solidFill>
                <a:latin typeface="Georgia"/>
                <a:ea typeface="Georgia"/>
                <a:cs typeface="Georgia"/>
              </a:defRPr>
            </a:lvl4pPr>
            <a:lvl5pPr>
              <a:defRPr sz="3450" b="0">
                <a:solidFill>
                  <a:srgbClr val="073F30"/>
                </a:solidFill>
                <a:latin typeface="Georgia"/>
                <a:ea typeface="Georgia"/>
                <a:cs typeface="Georgia"/>
              </a:defRPr>
            </a:lvl5pPr>
            <a:lvl6pPr>
              <a:defRPr sz="3450" b="0">
                <a:solidFill>
                  <a:srgbClr val="073F30"/>
                </a:solidFill>
                <a:latin typeface="Georgia"/>
                <a:ea typeface="Georgia"/>
                <a:cs typeface="Georgia"/>
              </a:defRPr>
            </a:lvl6pPr>
            <a:lvl7pPr>
              <a:defRPr sz="3450" b="0">
                <a:solidFill>
                  <a:srgbClr val="073F30"/>
                </a:solidFill>
                <a:latin typeface="Georgia"/>
                <a:ea typeface="Georgia"/>
                <a:cs typeface="Georgia"/>
              </a:defRPr>
            </a:lvl7pPr>
            <a:lvl8pPr>
              <a:defRPr sz="3450" b="0">
                <a:solidFill>
                  <a:srgbClr val="073F30"/>
                </a:solidFill>
                <a:latin typeface="Georgia"/>
                <a:ea typeface="Georgia"/>
                <a:cs typeface="Georgia"/>
              </a:defRPr>
            </a:lvl8pPr>
            <a:lvl9pPr>
              <a:defRPr sz="3450" b="0">
                <a:solidFill>
                  <a:srgbClr val="073F30"/>
                </a:solidFill>
                <a:latin typeface="Georgia"/>
                <a:ea typeface="Georgia"/>
                <a:cs typeface="Georgia"/>
              </a:defRPr>
            </a:lvl9pPr>
          </a:lstStyle>
          <a:p xmlns:a="http://schemas.openxmlformats.org/drawingml/2006/main">
            <a:pPr>
              <a:defRPr sz="3450" b="0">
                <a:solidFill>
                  <a:srgbClr val="073F30"/>
                </a:solidFill>
                <a:latin typeface="Georgia"/>
                <a:ea typeface="Georgia"/>
                <a:cs typeface="Georgia"/>
              </a:defRPr>
            </a:pPr>
            <a:r>
              <a:rPr sz="3450" b="0">
                <a:solidFill>
                  <a:srgbClr val="073F30"/>
                </a:solidFill>
                <a:latin typeface="Georgia"/>
                <a:ea typeface="Georgia"/>
                <a:cs typeface="Georgia"/>
              </a:rPr>
              <a:t>What is in place</a:t>
            </a:r>
          </a:p>
        </p:txBody>
      </p:sp>
      <p:sp>
        <p:nvSpPr>
          <p:cNvPr id="4" name="Home &amp; About">
            <a:extLst xmlns:a="http://schemas.openxmlformats.org/drawingml/2006/main">
              <a:ext uri="{FF2B5EF4-FFF2-40B4-BE49-F238E27FC236}">
                <a16:creationId xmlns:a16="http://schemas.microsoft.com/office/drawing/2014/main" id="{565A21EF-5D23-4991-B84E-DB525EEEFE9E}"/>
              </a:ext>
            </a:extLst>
          </p:cNvPr>
          <p:cNvSpPr>
            <a:spLocks xmlns:a="http://schemas.openxmlformats.org/drawingml/2006/main" noGrp="1"/>
          </p:cNvSpPr>
          <p:nvPr/>
        </p:nvSpPr>
        <p:spPr>
          <a:xfrm xmlns:a="http://schemas.openxmlformats.org/drawingml/2006/main">
            <a:off x="628650" y="209550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73F30"/>
                </a:solidFill>
                <a:latin typeface="Georgia"/>
                <a:ea typeface="Georgia"/>
                <a:cs typeface="Georgia"/>
              </a:defRPr>
            </a:defPPr>
            <a:lvl1pPr>
              <a:defRPr sz="2025" b="0">
                <a:solidFill>
                  <a:srgbClr val="073F30"/>
                </a:solidFill>
                <a:latin typeface="Georgia"/>
                <a:ea typeface="Georgia"/>
                <a:cs typeface="Georgia"/>
              </a:defRPr>
            </a:lvl1pPr>
            <a:lvl2pPr>
              <a:defRPr sz="2025" b="0">
                <a:solidFill>
                  <a:srgbClr val="073F30"/>
                </a:solidFill>
                <a:latin typeface="Georgia"/>
                <a:ea typeface="Georgia"/>
                <a:cs typeface="Georgia"/>
              </a:defRPr>
            </a:lvl2pPr>
            <a:lvl3pPr>
              <a:defRPr sz="2025" b="0">
                <a:solidFill>
                  <a:srgbClr val="073F30"/>
                </a:solidFill>
                <a:latin typeface="Georgia"/>
                <a:ea typeface="Georgia"/>
                <a:cs typeface="Georgia"/>
              </a:defRPr>
            </a:lvl3pPr>
            <a:lvl4pPr>
              <a:defRPr sz="2025" b="0">
                <a:solidFill>
                  <a:srgbClr val="073F30"/>
                </a:solidFill>
                <a:latin typeface="Georgia"/>
                <a:ea typeface="Georgia"/>
                <a:cs typeface="Georgia"/>
              </a:defRPr>
            </a:lvl4pPr>
            <a:lvl5pPr>
              <a:defRPr sz="2025" b="0">
                <a:solidFill>
                  <a:srgbClr val="073F30"/>
                </a:solidFill>
                <a:latin typeface="Georgia"/>
                <a:ea typeface="Georgia"/>
                <a:cs typeface="Georgia"/>
              </a:defRPr>
            </a:lvl5pPr>
            <a:lvl6pPr>
              <a:defRPr sz="2025" b="0">
                <a:solidFill>
                  <a:srgbClr val="073F30"/>
                </a:solidFill>
                <a:latin typeface="Georgia"/>
                <a:ea typeface="Georgia"/>
                <a:cs typeface="Georgia"/>
              </a:defRPr>
            </a:lvl6pPr>
            <a:lvl7pPr>
              <a:defRPr sz="2025" b="0">
                <a:solidFill>
                  <a:srgbClr val="073F30"/>
                </a:solidFill>
                <a:latin typeface="Georgia"/>
                <a:ea typeface="Georgia"/>
                <a:cs typeface="Georgia"/>
              </a:defRPr>
            </a:lvl7pPr>
            <a:lvl8pPr>
              <a:defRPr sz="2025" b="0">
                <a:solidFill>
                  <a:srgbClr val="073F30"/>
                </a:solidFill>
                <a:latin typeface="Georgia"/>
                <a:ea typeface="Georgia"/>
                <a:cs typeface="Georgia"/>
              </a:defRPr>
            </a:lvl8pPr>
            <a:lvl9pPr>
              <a:defRPr sz="2025" b="0">
                <a:solidFill>
                  <a:srgbClr val="073F30"/>
                </a:solidFill>
                <a:latin typeface="Georgia"/>
                <a:ea typeface="Georgia"/>
                <a:cs typeface="Georgia"/>
              </a:defRPr>
            </a:lvl9pPr>
          </a:lstStyle>
          <a:p xmlns:a="http://schemas.openxmlformats.org/drawingml/2006/main">
            <a:pPr>
              <a:defRPr sz="2025" b="0">
                <a:solidFill>
                  <a:srgbClr val="073F30"/>
                </a:solidFill>
                <a:latin typeface="Georgia"/>
                <a:ea typeface="Georgia"/>
                <a:cs typeface="Georgia"/>
              </a:defRPr>
            </a:pPr>
            <a:r>
              <a:rPr sz="2025" b="0">
                <a:solidFill>
                  <a:srgbClr val="073F30"/>
                </a:solidFill>
                <a:latin typeface="Georgia"/>
                <a:ea typeface="Georgia"/>
                <a:cs typeface="Georgia"/>
              </a:rPr>
              <a:t>Home &amp; About</a:t>
            </a:r>
          </a:p>
        </p:txBody>
      </p:sp>
      <p:sp>
        <p:nvSpPr>
          <p:cNvPr id="5" name="Homepage, Our Story, Founder and searchable F">
            <a:extLst xmlns:a="http://schemas.openxmlformats.org/drawingml/2006/main">
              <a:ext uri="{FF2B5EF4-FFF2-40B4-BE49-F238E27FC236}">
                <a16:creationId xmlns:a16="http://schemas.microsoft.com/office/drawing/2014/main" id="{42253D7E-B3B0-4553-A8F7-C74ACE6DB1C2}"/>
              </a:ext>
            </a:extLst>
          </p:cNvPr>
          <p:cNvSpPr>
            <a:spLocks xmlns:a="http://schemas.openxmlformats.org/drawingml/2006/main" noGrp="1"/>
          </p:cNvSpPr>
          <p:nvPr/>
        </p:nvSpPr>
        <p:spPr>
          <a:xfrm xmlns:a="http://schemas.openxmlformats.org/drawingml/2006/main">
            <a:off x="4095750" y="2095500"/>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95C"/>
                </a:solidFill>
                <a:latin typeface="Arial"/>
                <a:ea typeface="Arial"/>
                <a:cs typeface="Arial"/>
              </a:defRPr>
            </a:defPPr>
            <a:lvl1pPr>
              <a:defRPr sz="1875" b="0">
                <a:solidFill>
                  <a:srgbClr val="53695C"/>
                </a:solidFill>
                <a:latin typeface="Arial"/>
                <a:ea typeface="Arial"/>
                <a:cs typeface="Arial"/>
              </a:defRPr>
            </a:lvl1pPr>
            <a:lvl2pPr>
              <a:defRPr sz="1875" b="0">
                <a:solidFill>
                  <a:srgbClr val="53695C"/>
                </a:solidFill>
                <a:latin typeface="Arial"/>
                <a:ea typeface="Arial"/>
                <a:cs typeface="Arial"/>
              </a:defRPr>
            </a:lvl2pPr>
            <a:lvl3pPr>
              <a:defRPr sz="1875" b="0">
                <a:solidFill>
                  <a:srgbClr val="53695C"/>
                </a:solidFill>
                <a:latin typeface="Arial"/>
                <a:ea typeface="Arial"/>
                <a:cs typeface="Arial"/>
              </a:defRPr>
            </a:lvl3pPr>
            <a:lvl4pPr>
              <a:defRPr sz="1875" b="0">
                <a:solidFill>
                  <a:srgbClr val="53695C"/>
                </a:solidFill>
                <a:latin typeface="Arial"/>
                <a:ea typeface="Arial"/>
                <a:cs typeface="Arial"/>
              </a:defRPr>
            </a:lvl4pPr>
            <a:lvl5pPr>
              <a:defRPr sz="1875" b="0">
                <a:solidFill>
                  <a:srgbClr val="53695C"/>
                </a:solidFill>
                <a:latin typeface="Arial"/>
                <a:ea typeface="Arial"/>
                <a:cs typeface="Arial"/>
              </a:defRPr>
            </a:lvl5pPr>
            <a:lvl6pPr>
              <a:defRPr sz="1875" b="0">
                <a:solidFill>
                  <a:srgbClr val="53695C"/>
                </a:solidFill>
                <a:latin typeface="Arial"/>
                <a:ea typeface="Arial"/>
                <a:cs typeface="Arial"/>
              </a:defRPr>
            </a:lvl6pPr>
            <a:lvl7pPr>
              <a:defRPr sz="1875" b="0">
                <a:solidFill>
                  <a:srgbClr val="53695C"/>
                </a:solidFill>
                <a:latin typeface="Arial"/>
                <a:ea typeface="Arial"/>
                <a:cs typeface="Arial"/>
              </a:defRPr>
            </a:lvl7pPr>
            <a:lvl8pPr>
              <a:defRPr sz="1875" b="0">
                <a:solidFill>
                  <a:srgbClr val="53695C"/>
                </a:solidFill>
                <a:latin typeface="Arial"/>
                <a:ea typeface="Arial"/>
                <a:cs typeface="Arial"/>
              </a:defRPr>
            </a:lvl8pPr>
            <a:lvl9pPr>
              <a:defRPr sz="1875" b="0">
                <a:solidFill>
                  <a:srgbClr val="53695C"/>
                </a:solidFill>
                <a:latin typeface="Arial"/>
                <a:ea typeface="Arial"/>
                <a:cs typeface="Arial"/>
              </a:defRPr>
            </a:lvl9pPr>
          </a:lstStyle>
          <a:p xmlns:a="http://schemas.openxmlformats.org/drawingml/2006/main">
            <a:pPr>
              <a:defRPr sz="1875" b="0">
                <a:solidFill>
                  <a:srgbClr val="53695C"/>
                </a:solidFill>
                <a:latin typeface="Arial"/>
                <a:ea typeface="Arial"/>
                <a:cs typeface="Arial"/>
              </a:defRPr>
            </a:pPr>
            <a:r>
              <a:rPr sz="1875" b="0">
                <a:solidFill>
                  <a:srgbClr val="53695C"/>
                </a:solidFill>
                <a:latin typeface="Arial"/>
                <a:ea typeface="Arial"/>
                <a:cs typeface="Arial"/>
              </a:rPr>
              <a:t>Homepage, Our Story, Founder and searchable FAQs</a:t>
            </a:r>
          </a:p>
        </p:txBody>
      </p:sp>
      <p:sp>
        <p:nvSpPr>
          <p:cNvPr id="6" name="Services &amp; sectors">
            <a:extLst xmlns:a="http://schemas.openxmlformats.org/drawingml/2006/main">
              <a:ext uri="{FF2B5EF4-FFF2-40B4-BE49-F238E27FC236}">
                <a16:creationId xmlns:a16="http://schemas.microsoft.com/office/drawing/2014/main" id="{EB7D7559-7465-4FC9-B956-6BAF30C0622C}"/>
              </a:ext>
            </a:extLst>
          </p:cNvPr>
          <p:cNvSpPr>
            <a:spLocks xmlns:a="http://schemas.openxmlformats.org/drawingml/2006/main" noGrp="1"/>
          </p:cNvSpPr>
          <p:nvPr/>
        </p:nvSpPr>
        <p:spPr>
          <a:xfrm xmlns:a="http://schemas.openxmlformats.org/drawingml/2006/main">
            <a:off x="628650" y="304800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73F30"/>
                </a:solidFill>
                <a:latin typeface="Georgia"/>
                <a:ea typeface="Georgia"/>
                <a:cs typeface="Georgia"/>
              </a:defRPr>
            </a:defPPr>
            <a:lvl1pPr>
              <a:defRPr sz="2025" b="0">
                <a:solidFill>
                  <a:srgbClr val="073F30"/>
                </a:solidFill>
                <a:latin typeface="Georgia"/>
                <a:ea typeface="Georgia"/>
                <a:cs typeface="Georgia"/>
              </a:defRPr>
            </a:lvl1pPr>
            <a:lvl2pPr>
              <a:defRPr sz="2025" b="0">
                <a:solidFill>
                  <a:srgbClr val="073F30"/>
                </a:solidFill>
                <a:latin typeface="Georgia"/>
                <a:ea typeface="Georgia"/>
                <a:cs typeface="Georgia"/>
              </a:defRPr>
            </a:lvl2pPr>
            <a:lvl3pPr>
              <a:defRPr sz="2025" b="0">
                <a:solidFill>
                  <a:srgbClr val="073F30"/>
                </a:solidFill>
                <a:latin typeface="Georgia"/>
                <a:ea typeface="Georgia"/>
                <a:cs typeface="Georgia"/>
              </a:defRPr>
            </a:lvl3pPr>
            <a:lvl4pPr>
              <a:defRPr sz="2025" b="0">
                <a:solidFill>
                  <a:srgbClr val="073F30"/>
                </a:solidFill>
                <a:latin typeface="Georgia"/>
                <a:ea typeface="Georgia"/>
                <a:cs typeface="Georgia"/>
              </a:defRPr>
            </a:lvl4pPr>
            <a:lvl5pPr>
              <a:defRPr sz="2025" b="0">
                <a:solidFill>
                  <a:srgbClr val="073F30"/>
                </a:solidFill>
                <a:latin typeface="Georgia"/>
                <a:ea typeface="Georgia"/>
                <a:cs typeface="Georgia"/>
              </a:defRPr>
            </a:lvl5pPr>
            <a:lvl6pPr>
              <a:defRPr sz="2025" b="0">
                <a:solidFill>
                  <a:srgbClr val="073F30"/>
                </a:solidFill>
                <a:latin typeface="Georgia"/>
                <a:ea typeface="Georgia"/>
                <a:cs typeface="Georgia"/>
              </a:defRPr>
            </a:lvl6pPr>
            <a:lvl7pPr>
              <a:defRPr sz="2025" b="0">
                <a:solidFill>
                  <a:srgbClr val="073F30"/>
                </a:solidFill>
                <a:latin typeface="Georgia"/>
                <a:ea typeface="Georgia"/>
                <a:cs typeface="Georgia"/>
              </a:defRPr>
            </a:lvl7pPr>
            <a:lvl8pPr>
              <a:defRPr sz="2025" b="0">
                <a:solidFill>
                  <a:srgbClr val="073F30"/>
                </a:solidFill>
                <a:latin typeface="Georgia"/>
                <a:ea typeface="Georgia"/>
                <a:cs typeface="Georgia"/>
              </a:defRPr>
            </a:lvl8pPr>
            <a:lvl9pPr>
              <a:defRPr sz="2025" b="0">
                <a:solidFill>
                  <a:srgbClr val="073F30"/>
                </a:solidFill>
                <a:latin typeface="Georgia"/>
                <a:ea typeface="Georgia"/>
                <a:cs typeface="Georgia"/>
              </a:defRPr>
            </a:lvl9pPr>
          </a:lstStyle>
          <a:p xmlns:a="http://schemas.openxmlformats.org/drawingml/2006/main">
            <a:pPr>
              <a:defRPr sz="2025" b="0">
                <a:solidFill>
                  <a:srgbClr val="073F30"/>
                </a:solidFill>
                <a:latin typeface="Georgia"/>
                <a:ea typeface="Georgia"/>
                <a:cs typeface="Georgia"/>
              </a:defRPr>
            </a:pPr>
            <a:r>
              <a:rPr sz="2025" b="0">
                <a:solidFill>
                  <a:srgbClr val="073F30"/>
                </a:solidFill>
                <a:latin typeface="Georgia"/>
                <a:ea typeface="Georgia"/>
                <a:cs typeface="Georgia"/>
              </a:rPr>
              <a:t>Services &amp; sectors</a:t>
            </a:r>
          </a:p>
        </p:txBody>
      </p:sp>
      <p:sp>
        <p:nvSpPr>
          <p:cNvPr id="7" name="7 service pages, 4 sector pages and 5 work ga">
            <a:extLst xmlns:a="http://schemas.openxmlformats.org/drawingml/2006/main">
              <a:ext uri="{FF2B5EF4-FFF2-40B4-BE49-F238E27FC236}">
                <a16:creationId xmlns:a16="http://schemas.microsoft.com/office/drawing/2014/main" id="{3D9DB8C4-0060-402E-ABCC-4A483FFFCD07}"/>
              </a:ext>
            </a:extLst>
          </p:cNvPr>
          <p:cNvSpPr>
            <a:spLocks xmlns:a="http://schemas.openxmlformats.org/drawingml/2006/main" noGrp="1"/>
          </p:cNvSpPr>
          <p:nvPr/>
        </p:nvSpPr>
        <p:spPr>
          <a:xfrm xmlns:a="http://schemas.openxmlformats.org/drawingml/2006/main">
            <a:off x="4095750" y="3048000"/>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95C"/>
                </a:solidFill>
                <a:latin typeface="Arial"/>
                <a:ea typeface="Arial"/>
                <a:cs typeface="Arial"/>
              </a:defRPr>
            </a:defPPr>
            <a:lvl1pPr>
              <a:defRPr sz="1875" b="0">
                <a:solidFill>
                  <a:srgbClr val="53695C"/>
                </a:solidFill>
                <a:latin typeface="Arial"/>
                <a:ea typeface="Arial"/>
                <a:cs typeface="Arial"/>
              </a:defRPr>
            </a:lvl1pPr>
            <a:lvl2pPr>
              <a:defRPr sz="1875" b="0">
                <a:solidFill>
                  <a:srgbClr val="53695C"/>
                </a:solidFill>
                <a:latin typeface="Arial"/>
                <a:ea typeface="Arial"/>
                <a:cs typeface="Arial"/>
              </a:defRPr>
            </a:lvl2pPr>
            <a:lvl3pPr>
              <a:defRPr sz="1875" b="0">
                <a:solidFill>
                  <a:srgbClr val="53695C"/>
                </a:solidFill>
                <a:latin typeface="Arial"/>
                <a:ea typeface="Arial"/>
                <a:cs typeface="Arial"/>
              </a:defRPr>
            </a:lvl3pPr>
            <a:lvl4pPr>
              <a:defRPr sz="1875" b="0">
                <a:solidFill>
                  <a:srgbClr val="53695C"/>
                </a:solidFill>
                <a:latin typeface="Arial"/>
                <a:ea typeface="Arial"/>
                <a:cs typeface="Arial"/>
              </a:defRPr>
            </a:lvl4pPr>
            <a:lvl5pPr>
              <a:defRPr sz="1875" b="0">
                <a:solidFill>
                  <a:srgbClr val="53695C"/>
                </a:solidFill>
                <a:latin typeface="Arial"/>
                <a:ea typeface="Arial"/>
                <a:cs typeface="Arial"/>
              </a:defRPr>
            </a:lvl5pPr>
            <a:lvl6pPr>
              <a:defRPr sz="1875" b="0">
                <a:solidFill>
                  <a:srgbClr val="53695C"/>
                </a:solidFill>
                <a:latin typeface="Arial"/>
                <a:ea typeface="Arial"/>
                <a:cs typeface="Arial"/>
              </a:defRPr>
            </a:lvl6pPr>
            <a:lvl7pPr>
              <a:defRPr sz="1875" b="0">
                <a:solidFill>
                  <a:srgbClr val="53695C"/>
                </a:solidFill>
                <a:latin typeface="Arial"/>
                <a:ea typeface="Arial"/>
                <a:cs typeface="Arial"/>
              </a:defRPr>
            </a:lvl7pPr>
            <a:lvl8pPr>
              <a:defRPr sz="1875" b="0">
                <a:solidFill>
                  <a:srgbClr val="53695C"/>
                </a:solidFill>
                <a:latin typeface="Arial"/>
                <a:ea typeface="Arial"/>
                <a:cs typeface="Arial"/>
              </a:defRPr>
            </a:lvl8pPr>
            <a:lvl9pPr>
              <a:defRPr sz="1875" b="0">
                <a:solidFill>
                  <a:srgbClr val="53695C"/>
                </a:solidFill>
                <a:latin typeface="Arial"/>
                <a:ea typeface="Arial"/>
                <a:cs typeface="Arial"/>
              </a:defRPr>
            </a:lvl9pPr>
          </a:lstStyle>
          <a:p xmlns:a="http://schemas.openxmlformats.org/drawingml/2006/main">
            <a:pPr>
              <a:defRPr sz="1875" b="0">
                <a:solidFill>
                  <a:srgbClr val="53695C"/>
                </a:solidFill>
                <a:latin typeface="Arial"/>
                <a:ea typeface="Arial"/>
                <a:cs typeface="Arial"/>
              </a:defRPr>
            </a:pPr>
            <a:r>
              <a:rPr sz="1875" b="0">
                <a:solidFill>
                  <a:srgbClr val="53695C"/>
                </a:solidFill>
                <a:latin typeface="Arial"/>
                <a:ea typeface="Arial"/>
                <a:cs typeface="Arial"/>
              </a:rPr>
              <a:t>7 service pages, 4 sector pages and 5 work galleries</a:t>
            </a:r>
          </a:p>
        </p:txBody>
      </p:sp>
      <p:sp>
        <p:nvSpPr>
          <p:cNvPr id="8" name="Events &amp; case studies">
            <a:extLst xmlns:a="http://schemas.openxmlformats.org/drawingml/2006/main">
              <a:ext uri="{FF2B5EF4-FFF2-40B4-BE49-F238E27FC236}">
                <a16:creationId xmlns:a16="http://schemas.microsoft.com/office/drawing/2014/main" id="{D0ABD25A-9BA8-40A7-90BB-0BBDE40B7D2E}"/>
              </a:ext>
            </a:extLst>
          </p:cNvPr>
          <p:cNvSpPr>
            <a:spLocks xmlns:a="http://schemas.openxmlformats.org/drawingml/2006/main" noGrp="1"/>
          </p:cNvSpPr>
          <p:nvPr/>
        </p:nvSpPr>
        <p:spPr>
          <a:xfrm xmlns:a="http://schemas.openxmlformats.org/drawingml/2006/main">
            <a:off x="628650" y="400050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73F30"/>
                </a:solidFill>
                <a:latin typeface="Georgia"/>
                <a:ea typeface="Georgia"/>
                <a:cs typeface="Georgia"/>
              </a:defRPr>
            </a:defPPr>
            <a:lvl1pPr>
              <a:defRPr sz="2025" b="0">
                <a:solidFill>
                  <a:srgbClr val="073F30"/>
                </a:solidFill>
                <a:latin typeface="Georgia"/>
                <a:ea typeface="Georgia"/>
                <a:cs typeface="Georgia"/>
              </a:defRPr>
            </a:lvl1pPr>
            <a:lvl2pPr>
              <a:defRPr sz="2025" b="0">
                <a:solidFill>
                  <a:srgbClr val="073F30"/>
                </a:solidFill>
                <a:latin typeface="Georgia"/>
                <a:ea typeface="Georgia"/>
                <a:cs typeface="Georgia"/>
              </a:defRPr>
            </a:lvl2pPr>
            <a:lvl3pPr>
              <a:defRPr sz="2025" b="0">
                <a:solidFill>
                  <a:srgbClr val="073F30"/>
                </a:solidFill>
                <a:latin typeface="Georgia"/>
                <a:ea typeface="Georgia"/>
                <a:cs typeface="Georgia"/>
              </a:defRPr>
            </a:lvl3pPr>
            <a:lvl4pPr>
              <a:defRPr sz="2025" b="0">
                <a:solidFill>
                  <a:srgbClr val="073F30"/>
                </a:solidFill>
                <a:latin typeface="Georgia"/>
                <a:ea typeface="Georgia"/>
                <a:cs typeface="Georgia"/>
              </a:defRPr>
            </a:lvl4pPr>
            <a:lvl5pPr>
              <a:defRPr sz="2025" b="0">
                <a:solidFill>
                  <a:srgbClr val="073F30"/>
                </a:solidFill>
                <a:latin typeface="Georgia"/>
                <a:ea typeface="Georgia"/>
                <a:cs typeface="Georgia"/>
              </a:defRPr>
            </a:lvl5pPr>
            <a:lvl6pPr>
              <a:defRPr sz="2025" b="0">
                <a:solidFill>
                  <a:srgbClr val="073F30"/>
                </a:solidFill>
                <a:latin typeface="Georgia"/>
                <a:ea typeface="Georgia"/>
                <a:cs typeface="Georgia"/>
              </a:defRPr>
            </a:lvl6pPr>
            <a:lvl7pPr>
              <a:defRPr sz="2025" b="0">
                <a:solidFill>
                  <a:srgbClr val="073F30"/>
                </a:solidFill>
                <a:latin typeface="Georgia"/>
                <a:ea typeface="Georgia"/>
                <a:cs typeface="Georgia"/>
              </a:defRPr>
            </a:lvl7pPr>
            <a:lvl8pPr>
              <a:defRPr sz="2025" b="0">
                <a:solidFill>
                  <a:srgbClr val="073F30"/>
                </a:solidFill>
                <a:latin typeface="Georgia"/>
                <a:ea typeface="Georgia"/>
                <a:cs typeface="Georgia"/>
              </a:defRPr>
            </a:lvl8pPr>
            <a:lvl9pPr>
              <a:defRPr sz="2025" b="0">
                <a:solidFill>
                  <a:srgbClr val="073F30"/>
                </a:solidFill>
                <a:latin typeface="Georgia"/>
                <a:ea typeface="Georgia"/>
                <a:cs typeface="Georgia"/>
              </a:defRPr>
            </a:lvl9pPr>
          </a:lstStyle>
          <a:p xmlns:a="http://schemas.openxmlformats.org/drawingml/2006/main">
            <a:pPr>
              <a:defRPr sz="2025" b="0">
                <a:solidFill>
                  <a:srgbClr val="073F30"/>
                </a:solidFill>
                <a:latin typeface="Georgia"/>
                <a:ea typeface="Georgia"/>
                <a:cs typeface="Georgia"/>
              </a:defRPr>
            </a:pPr>
            <a:r>
              <a:rPr sz="2025" b="0">
                <a:solidFill>
                  <a:srgbClr val="073F30"/>
                </a:solidFill>
                <a:latin typeface="Georgia"/>
                <a:ea typeface="Georgia"/>
                <a:cs typeface="Georgia"/>
              </a:rPr>
              <a:t>Events &amp; case studies</a:t>
            </a:r>
          </a:p>
        </p:txBody>
      </p:sp>
      <p:sp>
        <p:nvSpPr>
          <p:cNvPr id="9" name="7 event details, event listings and 3 case st">
            <a:extLst xmlns:a="http://schemas.openxmlformats.org/drawingml/2006/main">
              <a:ext uri="{FF2B5EF4-FFF2-40B4-BE49-F238E27FC236}">
                <a16:creationId xmlns:a16="http://schemas.microsoft.com/office/drawing/2014/main" id="{0B138CAB-7744-45BB-BC9E-77281E3E9BD7}"/>
              </a:ext>
            </a:extLst>
          </p:cNvPr>
          <p:cNvSpPr>
            <a:spLocks xmlns:a="http://schemas.openxmlformats.org/drawingml/2006/main" noGrp="1"/>
          </p:cNvSpPr>
          <p:nvPr/>
        </p:nvSpPr>
        <p:spPr>
          <a:xfrm xmlns:a="http://schemas.openxmlformats.org/drawingml/2006/main">
            <a:off x="4095750" y="4000500"/>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95C"/>
                </a:solidFill>
                <a:latin typeface="Arial"/>
                <a:ea typeface="Arial"/>
                <a:cs typeface="Arial"/>
              </a:defRPr>
            </a:defPPr>
            <a:lvl1pPr>
              <a:defRPr sz="1875" b="0">
                <a:solidFill>
                  <a:srgbClr val="53695C"/>
                </a:solidFill>
                <a:latin typeface="Arial"/>
                <a:ea typeface="Arial"/>
                <a:cs typeface="Arial"/>
              </a:defRPr>
            </a:lvl1pPr>
            <a:lvl2pPr>
              <a:defRPr sz="1875" b="0">
                <a:solidFill>
                  <a:srgbClr val="53695C"/>
                </a:solidFill>
                <a:latin typeface="Arial"/>
                <a:ea typeface="Arial"/>
                <a:cs typeface="Arial"/>
              </a:defRPr>
            </a:lvl2pPr>
            <a:lvl3pPr>
              <a:defRPr sz="1875" b="0">
                <a:solidFill>
                  <a:srgbClr val="53695C"/>
                </a:solidFill>
                <a:latin typeface="Arial"/>
                <a:ea typeface="Arial"/>
                <a:cs typeface="Arial"/>
              </a:defRPr>
            </a:lvl3pPr>
            <a:lvl4pPr>
              <a:defRPr sz="1875" b="0">
                <a:solidFill>
                  <a:srgbClr val="53695C"/>
                </a:solidFill>
                <a:latin typeface="Arial"/>
                <a:ea typeface="Arial"/>
                <a:cs typeface="Arial"/>
              </a:defRPr>
            </a:lvl4pPr>
            <a:lvl5pPr>
              <a:defRPr sz="1875" b="0">
                <a:solidFill>
                  <a:srgbClr val="53695C"/>
                </a:solidFill>
                <a:latin typeface="Arial"/>
                <a:ea typeface="Arial"/>
                <a:cs typeface="Arial"/>
              </a:defRPr>
            </a:lvl5pPr>
            <a:lvl6pPr>
              <a:defRPr sz="1875" b="0">
                <a:solidFill>
                  <a:srgbClr val="53695C"/>
                </a:solidFill>
                <a:latin typeface="Arial"/>
                <a:ea typeface="Arial"/>
                <a:cs typeface="Arial"/>
              </a:defRPr>
            </a:lvl6pPr>
            <a:lvl7pPr>
              <a:defRPr sz="1875" b="0">
                <a:solidFill>
                  <a:srgbClr val="53695C"/>
                </a:solidFill>
                <a:latin typeface="Arial"/>
                <a:ea typeface="Arial"/>
                <a:cs typeface="Arial"/>
              </a:defRPr>
            </a:lvl7pPr>
            <a:lvl8pPr>
              <a:defRPr sz="1875" b="0">
                <a:solidFill>
                  <a:srgbClr val="53695C"/>
                </a:solidFill>
                <a:latin typeface="Arial"/>
                <a:ea typeface="Arial"/>
                <a:cs typeface="Arial"/>
              </a:defRPr>
            </a:lvl8pPr>
            <a:lvl9pPr>
              <a:defRPr sz="1875" b="0">
                <a:solidFill>
                  <a:srgbClr val="53695C"/>
                </a:solidFill>
                <a:latin typeface="Arial"/>
                <a:ea typeface="Arial"/>
                <a:cs typeface="Arial"/>
              </a:defRPr>
            </a:lvl9pPr>
          </a:lstStyle>
          <a:p xmlns:a="http://schemas.openxmlformats.org/drawingml/2006/main">
            <a:pPr>
              <a:defRPr sz="1875" b="0">
                <a:solidFill>
                  <a:srgbClr val="53695C"/>
                </a:solidFill>
                <a:latin typeface="Arial"/>
                <a:ea typeface="Arial"/>
                <a:cs typeface="Arial"/>
              </a:defRPr>
            </a:pPr>
            <a:r>
              <a:rPr sz="1875" b="0">
                <a:solidFill>
                  <a:srgbClr val="53695C"/>
                </a:solidFill>
                <a:latin typeface="Arial"/>
                <a:ea typeface="Arial"/>
                <a:cs typeface="Arial"/>
              </a:rPr>
              <a:t>7 event details, event listings and 3 case studies</a:t>
            </a:r>
          </a:p>
        </p:txBody>
      </p:sp>
      <p:sp>
        <p:nvSpPr>
          <p:cNvPr id="10" name="Stories &amp; contact">
            <a:extLst xmlns:a="http://schemas.openxmlformats.org/drawingml/2006/main">
              <a:ext uri="{FF2B5EF4-FFF2-40B4-BE49-F238E27FC236}">
                <a16:creationId xmlns:a16="http://schemas.microsoft.com/office/drawing/2014/main" id="{5EF031AA-8010-4E06-9756-1E7DF56B0407}"/>
              </a:ext>
            </a:extLst>
          </p:cNvPr>
          <p:cNvSpPr>
            <a:spLocks xmlns:a="http://schemas.openxmlformats.org/drawingml/2006/main" noGrp="1"/>
          </p:cNvSpPr>
          <p:nvPr/>
        </p:nvSpPr>
        <p:spPr>
          <a:xfrm xmlns:a="http://schemas.openxmlformats.org/drawingml/2006/main">
            <a:off x="628650" y="495300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73F30"/>
                </a:solidFill>
                <a:latin typeface="Georgia"/>
                <a:ea typeface="Georgia"/>
                <a:cs typeface="Georgia"/>
              </a:defRPr>
            </a:defPPr>
            <a:lvl1pPr>
              <a:defRPr sz="2025" b="0">
                <a:solidFill>
                  <a:srgbClr val="073F30"/>
                </a:solidFill>
                <a:latin typeface="Georgia"/>
                <a:ea typeface="Georgia"/>
                <a:cs typeface="Georgia"/>
              </a:defRPr>
            </a:lvl1pPr>
            <a:lvl2pPr>
              <a:defRPr sz="2025" b="0">
                <a:solidFill>
                  <a:srgbClr val="073F30"/>
                </a:solidFill>
                <a:latin typeface="Georgia"/>
                <a:ea typeface="Georgia"/>
                <a:cs typeface="Georgia"/>
              </a:defRPr>
            </a:lvl2pPr>
            <a:lvl3pPr>
              <a:defRPr sz="2025" b="0">
                <a:solidFill>
                  <a:srgbClr val="073F30"/>
                </a:solidFill>
                <a:latin typeface="Georgia"/>
                <a:ea typeface="Georgia"/>
                <a:cs typeface="Georgia"/>
              </a:defRPr>
            </a:lvl3pPr>
            <a:lvl4pPr>
              <a:defRPr sz="2025" b="0">
                <a:solidFill>
                  <a:srgbClr val="073F30"/>
                </a:solidFill>
                <a:latin typeface="Georgia"/>
                <a:ea typeface="Georgia"/>
                <a:cs typeface="Georgia"/>
              </a:defRPr>
            </a:lvl4pPr>
            <a:lvl5pPr>
              <a:defRPr sz="2025" b="0">
                <a:solidFill>
                  <a:srgbClr val="073F30"/>
                </a:solidFill>
                <a:latin typeface="Georgia"/>
                <a:ea typeface="Georgia"/>
                <a:cs typeface="Georgia"/>
              </a:defRPr>
            </a:lvl5pPr>
            <a:lvl6pPr>
              <a:defRPr sz="2025" b="0">
                <a:solidFill>
                  <a:srgbClr val="073F30"/>
                </a:solidFill>
                <a:latin typeface="Georgia"/>
                <a:ea typeface="Georgia"/>
                <a:cs typeface="Georgia"/>
              </a:defRPr>
            </a:lvl6pPr>
            <a:lvl7pPr>
              <a:defRPr sz="2025" b="0">
                <a:solidFill>
                  <a:srgbClr val="073F30"/>
                </a:solidFill>
                <a:latin typeface="Georgia"/>
                <a:ea typeface="Georgia"/>
                <a:cs typeface="Georgia"/>
              </a:defRPr>
            </a:lvl7pPr>
            <a:lvl8pPr>
              <a:defRPr sz="2025" b="0">
                <a:solidFill>
                  <a:srgbClr val="073F30"/>
                </a:solidFill>
                <a:latin typeface="Georgia"/>
                <a:ea typeface="Georgia"/>
                <a:cs typeface="Georgia"/>
              </a:defRPr>
            </a:lvl8pPr>
            <a:lvl9pPr>
              <a:defRPr sz="2025" b="0">
                <a:solidFill>
                  <a:srgbClr val="073F30"/>
                </a:solidFill>
                <a:latin typeface="Georgia"/>
                <a:ea typeface="Georgia"/>
                <a:cs typeface="Georgia"/>
              </a:defRPr>
            </a:lvl9pPr>
          </a:lstStyle>
          <a:p xmlns:a="http://schemas.openxmlformats.org/drawingml/2006/main">
            <a:pPr>
              <a:defRPr sz="2025" b="0">
                <a:solidFill>
                  <a:srgbClr val="073F30"/>
                </a:solidFill>
                <a:latin typeface="Georgia"/>
                <a:ea typeface="Georgia"/>
                <a:cs typeface="Georgia"/>
              </a:defRPr>
            </a:pPr>
            <a:r>
              <a:rPr sz="2025" b="0">
                <a:solidFill>
                  <a:srgbClr val="073F30"/>
                </a:solidFill>
                <a:latin typeface="Georgia"/>
                <a:ea typeface="Georgia"/>
                <a:cs typeface="Georgia"/>
              </a:rPr>
              <a:t>Stories &amp; contact</a:t>
            </a:r>
          </a:p>
        </p:txBody>
      </p:sp>
      <p:sp>
        <p:nvSpPr>
          <p:cNvPr id="11" name="16 imported articles, consultation and contac">
            <a:extLst xmlns:a="http://schemas.openxmlformats.org/drawingml/2006/main">
              <a:ext uri="{FF2B5EF4-FFF2-40B4-BE49-F238E27FC236}">
                <a16:creationId xmlns:a16="http://schemas.microsoft.com/office/drawing/2014/main" id="{F1F4FA34-B9D8-4685-8EC8-456FF0972BD0}"/>
              </a:ext>
            </a:extLst>
          </p:cNvPr>
          <p:cNvSpPr>
            <a:spLocks xmlns:a="http://schemas.openxmlformats.org/drawingml/2006/main" noGrp="1"/>
          </p:cNvSpPr>
          <p:nvPr/>
        </p:nvSpPr>
        <p:spPr>
          <a:xfrm xmlns:a="http://schemas.openxmlformats.org/drawingml/2006/main">
            <a:off x="4095750" y="4953000"/>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95C"/>
                </a:solidFill>
                <a:latin typeface="Arial"/>
                <a:ea typeface="Arial"/>
                <a:cs typeface="Arial"/>
              </a:defRPr>
            </a:defPPr>
            <a:lvl1pPr>
              <a:defRPr sz="1875" b="0">
                <a:solidFill>
                  <a:srgbClr val="53695C"/>
                </a:solidFill>
                <a:latin typeface="Arial"/>
                <a:ea typeface="Arial"/>
                <a:cs typeface="Arial"/>
              </a:defRPr>
            </a:lvl1pPr>
            <a:lvl2pPr>
              <a:defRPr sz="1875" b="0">
                <a:solidFill>
                  <a:srgbClr val="53695C"/>
                </a:solidFill>
                <a:latin typeface="Arial"/>
                <a:ea typeface="Arial"/>
                <a:cs typeface="Arial"/>
              </a:defRPr>
            </a:lvl2pPr>
            <a:lvl3pPr>
              <a:defRPr sz="1875" b="0">
                <a:solidFill>
                  <a:srgbClr val="53695C"/>
                </a:solidFill>
                <a:latin typeface="Arial"/>
                <a:ea typeface="Arial"/>
                <a:cs typeface="Arial"/>
              </a:defRPr>
            </a:lvl3pPr>
            <a:lvl4pPr>
              <a:defRPr sz="1875" b="0">
                <a:solidFill>
                  <a:srgbClr val="53695C"/>
                </a:solidFill>
                <a:latin typeface="Arial"/>
                <a:ea typeface="Arial"/>
                <a:cs typeface="Arial"/>
              </a:defRPr>
            </a:lvl4pPr>
            <a:lvl5pPr>
              <a:defRPr sz="1875" b="0">
                <a:solidFill>
                  <a:srgbClr val="53695C"/>
                </a:solidFill>
                <a:latin typeface="Arial"/>
                <a:ea typeface="Arial"/>
                <a:cs typeface="Arial"/>
              </a:defRPr>
            </a:lvl5pPr>
            <a:lvl6pPr>
              <a:defRPr sz="1875" b="0">
                <a:solidFill>
                  <a:srgbClr val="53695C"/>
                </a:solidFill>
                <a:latin typeface="Arial"/>
                <a:ea typeface="Arial"/>
                <a:cs typeface="Arial"/>
              </a:defRPr>
            </a:lvl6pPr>
            <a:lvl7pPr>
              <a:defRPr sz="1875" b="0">
                <a:solidFill>
                  <a:srgbClr val="53695C"/>
                </a:solidFill>
                <a:latin typeface="Arial"/>
                <a:ea typeface="Arial"/>
                <a:cs typeface="Arial"/>
              </a:defRPr>
            </a:lvl7pPr>
            <a:lvl8pPr>
              <a:defRPr sz="1875" b="0">
                <a:solidFill>
                  <a:srgbClr val="53695C"/>
                </a:solidFill>
                <a:latin typeface="Arial"/>
                <a:ea typeface="Arial"/>
                <a:cs typeface="Arial"/>
              </a:defRPr>
            </a:lvl8pPr>
            <a:lvl9pPr>
              <a:defRPr sz="1875" b="0">
                <a:solidFill>
                  <a:srgbClr val="53695C"/>
                </a:solidFill>
                <a:latin typeface="Arial"/>
                <a:ea typeface="Arial"/>
                <a:cs typeface="Arial"/>
              </a:defRPr>
            </a:lvl9pPr>
          </a:lstStyle>
          <a:p xmlns:a="http://schemas.openxmlformats.org/drawingml/2006/main">
            <a:pPr>
              <a:defRPr sz="1875" b="0">
                <a:solidFill>
                  <a:srgbClr val="53695C"/>
                </a:solidFill>
                <a:latin typeface="Arial"/>
                <a:ea typeface="Arial"/>
                <a:cs typeface="Arial"/>
              </a:defRPr>
            </a:pPr>
            <a:r>
              <a:rPr sz="1875" b="0">
                <a:solidFill>
                  <a:srgbClr val="53695C"/>
                </a:solidFill>
                <a:latin typeface="Arial"/>
                <a:ea typeface="Arial"/>
                <a:cs typeface="Arial"/>
              </a:rPr>
              <a:t>16 imported articles, consultation and contact pages</a:t>
            </a:r>
          </a:p>
        </p:txBody>
      </p:sp>
      <p:sp>
        <p:nvSpPr>
          <p:cNvPr id="12" name="Shared navigation, buttons and footer connect">
            <a:extLst xmlns:a="http://schemas.openxmlformats.org/drawingml/2006/main">
              <a:ext uri="{FF2B5EF4-FFF2-40B4-BE49-F238E27FC236}">
                <a16:creationId xmlns:a16="http://schemas.microsoft.com/office/drawing/2014/main" id="{66D864FE-4E24-4709-AF1A-A35E55B5F8B0}"/>
              </a:ext>
            </a:extLst>
          </p:cNvPr>
          <p:cNvSpPr>
            <a:spLocks xmlns:a="http://schemas.openxmlformats.org/drawingml/2006/main" noGrp="1"/>
          </p:cNvSpPr>
          <p:nvPr/>
        </p:nvSpPr>
        <p:spPr>
          <a:xfrm xmlns:a="http://schemas.openxmlformats.org/drawingml/2006/main">
            <a:off x="628650" y="61912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73F30"/>
                </a:solidFill>
                <a:latin typeface="Arial"/>
                <a:ea typeface="Arial"/>
                <a:cs typeface="Arial"/>
              </a:defRPr>
            </a:defPPr>
            <a:lvl1pPr>
              <a:defRPr sz="1650" b="0">
                <a:solidFill>
                  <a:srgbClr val="073F30"/>
                </a:solidFill>
                <a:latin typeface="Arial"/>
                <a:ea typeface="Arial"/>
                <a:cs typeface="Arial"/>
              </a:defRPr>
            </a:lvl1pPr>
            <a:lvl2pPr>
              <a:defRPr sz="1650" b="0">
                <a:solidFill>
                  <a:srgbClr val="073F30"/>
                </a:solidFill>
                <a:latin typeface="Arial"/>
                <a:ea typeface="Arial"/>
                <a:cs typeface="Arial"/>
              </a:defRPr>
            </a:lvl2pPr>
            <a:lvl3pPr>
              <a:defRPr sz="1650" b="0">
                <a:solidFill>
                  <a:srgbClr val="073F30"/>
                </a:solidFill>
                <a:latin typeface="Arial"/>
                <a:ea typeface="Arial"/>
                <a:cs typeface="Arial"/>
              </a:defRPr>
            </a:lvl3pPr>
            <a:lvl4pPr>
              <a:defRPr sz="1650" b="0">
                <a:solidFill>
                  <a:srgbClr val="073F30"/>
                </a:solidFill>
                <a:latin typeface="Arial"/>
                <a:ea typeface="Arial"/>
                <a:cs typeface="Arial"/>
              </a:defRPr>
            </a:lvl4pPr>
            <a:lvl5pPr>
              <a:defRPr sz="1650" b="0">
                <a:solidFill>
                  <a:srgbClr val="073F30"/>
                </a:solidFill>
                <a:latin typeface="Arial"/>
                <a:ea typeface="Arial"/>
                <a:cs typeface="Arial"/>
              </a:defRPr>
            </a:lvl5pPr>
            <a:lvl6pPr>
              <a:defRPr sz="1650" b="0">
                <a:solidFill>
                  <a:srgbClr val="073F30"/>
                </a:solidFill>
                <a:latin typeface="Arial"/>
                <a:ea typeface="Arial"/>
                <a:cs typeface="Arial"/>
              </a:defRPr>
            </a:lvl6pPr>
            <a:lvl7pPr>
              <a:defRPr sz="1650" b="0">
                <a:solidFill>
                  <a:srgbClr val="073F30"/>
                </a:solidFill>
                <a:latin typeface="Arial"/>
                <a:ea typeface="Arial"/>
                <a:cs typeface="Arial"/>
              </a:defRPr>
            </a:lvl7pPr>
            <a:lvl8pPr>
              <a:defRPr sz="1650" b="0">
                <a:solidFill>
                  <a:srgbClr val="073F30"/>
                </a:solidFill>
                <a:latin typeface="Arial"/>
                <a:ea typeface="Arial"/>
                <a:cs typeface="Arial"/>
              </a:defRPr>
            </a:lvl8pPr>
            <a:lvl9pPr>
              <a:defRPr sz="1650" b="0">
                <a:solidFill>
                  <a:srgbClr val="073F30"/>
                </a:solidFill>
                <a:latin typeface="Arial"/>
                <a:ea typeface="Arial"/>
                <a:cs typeface="Arial"/>
              </a:defRPr>
            </a:lvl9pPr>
          </a:lstStyle>
          <a:p xmlns:a="http://schemas.openxmlformats.org/drawingml/2006/main">
            <a:pPr>
              <a:defRPr sz="1650" b="0">
                <a:solidFill>
                  <a:srgbClr val="073F30"/>
                </a:solidFill>
                <a:latin typeface="Arial"/>
                <a:ea typeface="Arial"/>
                <a:cs typeface="Arial"/>
              </a:defRPr>
            </a:pPr>
            <a:r>
              <a:rPr sz="1650" b="0">
                <a:solidFill>
                  <a:srgbClr val="073F30"/>
                </a:solidFill>
                <a:latin typeface="Arial"/>
                <a:ea typeface="Arial"/>
                <a:cs typeface="Arial"/>
              </a:rPr>
              <a:t>Shared navigation, buttons and footer connect the pages throughout the site.</a:t>
            </a:r>
          </a:p>
        </p:txBody>
      </p:sp>
    </p:spTree>
    <p:extLst>
      <p:ext uri="{BB962C8B-B14F-4D97-AF65-F5344CB8AC3E}">
        <p14:creationId xmlns:p14="http://schemas.microsoft.com/office/powerpoint/2010/main" val="368398503"/>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0" name="EBA  /  WEBSITE UPDATE">
            <a:extLst xmlns:a="http://schemas.openxmlformats.org/drawingml/2006/main">
              <a:ext uri="{FF2B5EF4-FFF2-40B4-BE49-F238E27FC236}">
                <a16:creationId xmlns:a16="http://schemas.microsoft.com/office/drawing/2014/main" id="{902E1834-7C4E-4872-9964-F5057CAE313E}"/>
              </a:ext>
            </a:extLst>
          </p:cNvPr>
          <p:cNvSpPr>
            <a:spLocks xmlns:a="http://schemas.openxmlformats.org/drawingml/2006/main" noGrp="1"/>
          </p:cNvSpPr>
          <p:nvPr/>
        </p:nvSpPr>
        <p:spPr>
          <a:xfrm xmlns:a="http://schemas.openxmlformats.org/drawingml/2006/main">
            <a:off x="609600" y="33337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3695C"/>
                </a:solidFill>
                <a:latin typeface="Arial"/>
                <a:ea typeface="Arial"/>
                <a:cs typeface="Arial"/>
              </a:defRPr>
            </a:defPPr>
            <a:lvl1pPr>
              <a:defRPr sz="1125" b="1">
                <a:solidFill>
                  <a:srgbClr val="53695C"/>
                </a:solidFill>
                <a:latin typeface="Arial"/>
                <a:ea typeface="Arial"/>
                <a:cs typeface="Arial"/>
              </a:defRPr>
            </a:lvl1pPr>
            <a:lvl2pPr>
              <a:defRPr sz="1125" b="1">
                <a:solidFill>
                  <a:srgbClr val="53695C"/>
                </a:solidFill>
                <a:latin typeface="Arial"/>
                <a:ea typeface="Arial"/>
                <a:cs typeface="Arial"/>
              </a:defRPr>
            </a:lvl2pPr>
            <a:lvl3pPr>
              <a:defRPr sz="1125" b="1">
                <a:solidFill>
                  <a:srgbClr val="53695C"/>
                </a:solidFill>
                <a:latin typeface="Arial"/>
                <a:ea typeface="Arial"/>
                <a:cs typeface="Arial"/>
              </a:defRPr>
            </a:lvl3pPr>
            <a:lvl4pPr>
              <a:defRPr sz="1125" b="1">
                <a:solidFill>
                  <a:srgbClr val="53695C"/>
                </a:solidFill>
                <a:latin typeface="Arial"/>
                <a:ea typeface="Arial"/>
                <a:cs typeface="Arial"/>
              </a:defRPr>
            </a:lvl4pPr>
            <a:lvl5pPr>
              <a:defRPr sz="1125" b="1">
                <a:solidFill>
                  <a:srgbClr val="53695C"/>
                </a:solidFill>
                <a:latin typeface="Arial"/>
                <a:ea typeface="Arial"/>
                <a:cs typeface="Arial"/>
              </a:defRPr>
            </a:lvl5pPr>
            <a:lvl6pPr>
              <a:defRPr sz="1125" b="1">
                <a:solidFill>
                  <a:srgbClr val="53695C"/>
                </a:solidFill>
                <a:latin typeface="Arial"/>
                <a:ea typeface="Arial"/>
                <a:cs typeface="Arial"/>
              </a:defRPr>
            </a:lvl6pPr>
            <a:lvl7pPr>
              <a:defRPr sz="1125" b="1">
                <a:solidFill>
                  <a:srgbClr val="53695C"/>
                </a:solidFill>
                <a:latin typeface="Arial"/>
                <a:ea typeface="Arial"/>
                <a:cs typeface="Arial"/>
              </a:defRPr>
            </a:lvl7pPr>
            <a:lvl8pPr>
              <a:defRPr sz="1125" b="1">
                <a:solidFill>
                  <a:srgbClr val="53695C"/>
                </a:solidFill>
                <a:latin typeface="Arial"/>
                <a:ea typeface="Arial"/>
                <a:cs typeface="Arial"/>
              </a:defRPr>
            </a:lvl8pPr>
            <a:lvl9pPr>
              <a:defRPr sz="1125" b="1">
                <a:solidFill>
                  <a:srgbClr val="53695C"/>
                </a:solidFill>
                <a:latin typeface="Arial"/>
                <a:ea typeface="Arial"/>
                <a:cs typeface="Arial"/>
              </a:defRPr>
            </a:lvl9pPr>
          </a:lstStyle>
          <a:p xmlns:a="http://schemas.openxmlformats.org/drawingml/2006/main">
            <a:pPr>
              <a:defRPr sz="1125" b="1">
                <a:solidFill>
                  <a:srgbClr val="53695C"/>
                </a:solidFill>
                <a:latin typeface="Arial"/>
                <a:ea typeface="Arial"/>
                <a:cs typeface="Arial"/>
              </a:defRPr>
            </a:pPr>
            <a:r>
              <a:rPr sz="1125" b="1">
                <a:solidFill>
                  <a:srgbClr val="53695C"/>
                </a:solidFill>
                <a:latin typeface="Arial"/>
                <a:ea typeface="Arial"/>
                <a:cs typeface="Arial"/>
              </a:rPr>
              <a:t>EBA  /  WEBSITE UPDATE</a:t>
            </a:r>
          </a:p>
        </p:txBody>
      </p:sp>
      <p:sp>
        <p:nvSpPr>
          <p:cNvPr id="2" name="03">
            <a:extLst xmlns:a="http://schemas.openxmlformats.org/drawingml/2006/main">
              <a:ext uri="{FF2B5EF4-FFF2-40B4-BE49-F238E27FC236}">
                <a16:creationId xmlns:a16="http://schemas.microsoft.com/office/drawing/2014/main" id="{77C9E0AD-C5B3-4D14-8861-4E93078026DE}"/>
              </a:ext>
            </a:extLst>
          </p:cNvPr>
          <p:cNvSpPr>
            <a:spLocks xmlns:a="http://schemas.openxmlformats.org/drawingml/2006/main" noGrp="1"/>
          </p:cNvSpPr>
          <p:nvPr/>
        </p:nvSpPr>
        <p:spPr>
          <a:xfrm xmlns:a="http://schemas.openxmlformats.org/drawingml/2006/main">
            <a:off x="11096625" y="333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95C"/>
                </a:solidFill>
                <a:latin typeface="Arial"/>
                <a:ea typeface="Arial"/>
                <a:cs typeface="Arial"/>
              </a:defRPr>
            </a:defPPr>
            <a:lvl1pPr>
              <a:defRPr sz="1125" b="0">
                <a:solidFill>
                  <a:srgbClr val="53695C"/>
                </a:solidFill>
                <a:latin typeface="Arial"/>
                <a:ea typeface="Arial"/>
                <a:cs typeface="Arial"/>
              </a:defRPr>
            </a:lvl1pPr>
            <a:lvl2pPr>
              <a:defRPr sz="1125" b="0">
                <a:solidFill>
                  <a:srgbClr val="53695C"/>
                </a:solidFill>
                <a:latin typeface="Arial"/>
                <a:ea typeface="Arial"/>
                <a:cs typeface="Arial"/>
              </a:defRPr>
            </a:lvl2pPr>
            <a:lvl3pPr>
              <a:defRPr sz="1125" b="0">
                <a:solidFill>
                  <a:srgbClr val="53695C"/>
                </a:solidFill>
                <a:latin typeface="Arial"/>
                <a:ea typeface="Arial"/>
                <a:cs typeface="Arial"/>
              </a:defRPr>
            </a:lvl3pPr>
            <a:lvl4pPr>
              <a:defRPr sz="1125" b="0">
                <a:solidFill>
                  <a:srgbClr val="53695C"/>
                </a:solidFill>
                <a:latin typeface="Arial"/>
                <a:ea typeface="Arial"/>
                <a:cs typeface="Arial"/>
              </a:defRPr>
            </a:lvl4pPr>
            <a:lvl5pPr>
              <a:defRPr sz="1125" b="0">
                <a:solidFill>
                  <a:srgbClr val="53695C"/>
                </a:solidFill>
                <a:latin typeface="Arial"/>
                <a:ea typeface="Arial"/>
                <a:cs typeface="Arial"/>
              </a:defRPr>
            </a:lvl5pPr>
            <a:lvl6pPr>
              <a:defRPr sz="1125" b="0">
                <a:solidFill>
                  <a:srgbClr val="53695C"/>
                </a:solidFill>
                <a:latin typeface="Arial"/>
                <a:ea typeface="Arial"/>
                <a:cs typeface="Arial"/>
              </a:defRPr>
            </a:lvl6pPr>
            <a:lvl7pPr>
              <a:defRPr sz="1125" b="0">
                <a:solidFill>
                  <a:srgbClr val="53695C"/>
                </a:solidFill>
                <a:latin typeface="Arial"/>
                <a:ea typeface="Arial"/>
                <a:cs typeface="Arial"/>
              </a:defRPr>
            </a:lvl7pPr>
            <a:lvl8pPr>
              <a:defRPr sz="1125" b="0">
                <a:solidFill>
                  <a:srgbClr val="53695C"/>
                </a:solidFill>
                <a:latin typeface="Arial"/>
                <a:ea typeface="Arial"/>
                <a:cs typeface="Arial"/>
              </a:defRPr>
            </a:lvl8pPr>
            <a:lvl9pPr>
              <a:defRPr sz="1125" b="0">
                <a:solidFill>
                  <a:srgbClr val="53695C"/>
                </a:solidFill>
                <a:latin typeface="Arial"/>
                <a:ea typeface="Arial"/>
                <a:cs typeface="Arial"/>
              </a:defRPr>
            </a:lvl9pPr>
          </a:lstStyle>
          <a:p xmlns:a="http://schemas.openxmlformats.org/drawingml/2006/main">
            <a:pPr>
              <a:defRPr sz="1125" b="0">
                <a:solidFill>
                  <a:srgbClr val="53695C"/>
                </a:solidFill>
                <a:latin typeface="Arial"/>
                <a:ea typeface="Arial"/>
                <a:cs typeface="Arial"/>
              </a:defRPr>
            </a:pPr>
            <a:r>
              <a:rPr sz="1125" b="0">
                <a:solidFill>
                  <a:srgbClr val="53695C"/>
                </a:solidFill>
                <a:latin typeface="Arial"/>
                <a:ea typeface="Arial"/>
                <a:cs typeface="Arial"/>
              </a:rPr>
              <a:t>03</a:t>
            </a:r>
          </a:p>
        </p:txBody>
      </p:sp>
      <p:sp>
        <p:nvSpPr>
          <p:cNvPr id="3" name="Design feedback translated into the website">
            <a:extLst xmlns:a="http://schemas.openxmlformats.org/drawingml/2006/main">
              <a:ext uri="{FF2B5EF4-FFF2-40B4-BE49-F238E27FC236}">
                <a16:creationId xmlns:a16="http://schemas.microsoft.com/office/drawing/2014/main" id="{DEF3FF8F-F459-479C-B055-CA22760DDEBC}"/>
              </a:ext>
            </a:extLst>
          </p:cNvPr>
          <p:cNvSpPr>
            <a:spLocks xmlns:a="http://schemas.openxmlformats.org/drawingml/2006/main" noGrp="1"/>
          </p:cNvSpPr>
          <p:nvPr/>
        </p:nvSpPr>
        <p:spPr>
          <a:xfrm xmlns:a="http://schemas.openxmlformats.org/drawingml/2006/main">
            <a:off x="609600" y="904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073F30"/>
                </a:solidFill>
                <a:latin typeface="Georgia"/>
                <a:ea typeface="Georgia"/>
                <a:cs typeface="Georgia"/>
              </a:defRPr>
            </a:defPPr>
            <a:lvl1pPr>
              <a:defRPr sz="3450" b="0">
                <a:solidFill>
                  <a:srgbClr val="073F30"/>
                </a:solidFill>
                <a:latin typeface="Georgia"/>
                <a:ea typeface="Georgia"/>
                <a:cs typeface="Georgia"/>
              </a:defRPr>
            </a:lvl1pPr>
            <a:lvl2pPr>
              <a:defRPr sz="3450" b="0">
                <a:solidFill>
                  <a:srgbClr val="073F30"/>
                </a:solidFill>
                <a:latin typeface="Georgia"/>
                <a:ea typeface="Georgia"/>
                <a:cs typeface="Georgia"/>
              </a:defRPr>
            </a:lvl2pPr>
            <a:lvl3pPr>
              <a:defRPr sz="3450" b="0">
                <a:solidFill>
                  <a:srgbClr val="073F30"/>
                </a:solidFill>
                <a:latin typeface="Georgia"/>
                <a:ea typeface="Georgia"/>
                <a:cs typeface="Georgia"/>
              </a:defRPr>
            </a:lvl3pPr>
            <a:lvl4pPr>
              <a:defRPr sz="3450" b="0">
                <a:solidFill>
                  <a:srgbClr val="073F30"/>
                </a:solidFill>
                <a:latin typeface="Georgia"/>
                <a:ea typeface="Georgia"/>
                <a:cs typeface="Georgia"/>
              </a:defRPr>
            </a:lvl4pPr>
            <a:lvl5pPr>
              <a:defRPr sz="3450" b="0">
                <a:solidFill>
                  <a:srgbClr val="073F30"/>
                </a:solidFill>
                <a:latin typeface="Georgia"/>
                <a:ea typeface="Georgia"/>
                <a:cs typeface="Georgia"/>
              </a:defRPr>
            </a:lvl5pPr>
            <a:lvl6pPr>
              <a:defRPr sz="3450" b="0">
                <a:solidFill>
                  <a:srgbClr val="073F30"/>
                </a:solidFill>
                <a:latin typeface="Georgia"/>
                <a:ea typeface="Georgia"/>
                <a:cs typeface="Georgia"/>
              </a:defRPr>
            </a:lvl6pPr>
            <a:lvl7pPr>
              <a:defRPr sz="3450" b="0">
                <a:solidFill>
                  <a:srgbClr val="073F30"/>
                </a:solidFill>
                <a:latin typeface="Georgia"/>
                <a:ea typeface="Georgia"/>
                <a:cs typeface="Georgia"/>
              </a:defRPr>
            </a:lvl7pPr>
            <a:lvl8pPr>
              <a:defRPr sz="3450" b="0">
                <a:solidFill>
                  <a:srgbClr val="073F30"/>
                </a:solidFill>
                <a:latin typeface="Georgia"/>
                <a:ea typeface="Georgia"/>
                <a:cs typeface="Georgia"/>
              </a:defRPr>
            </a:lvl8pPr>
            <a:lvl9pPr>
              <a:defRPr sz="3450" b="0">
                <a:solidFill>
                  <a:srgbClr val="073F30"/>
                </a:solidFill>
                <a:latin typeface="Georgia"/>
                <a:ea typeface="Georgia"/>
                <a:cs typeface="Georgia"/>
              </a:defRPr>
            </a:lvl9pPr>
          </a:lstStyle>
          <a:p xmlns:a="http://schemas.openxmlformats.org/drawingml/2006/main">
            <a:pPr>
              <a:defRPr sz="3450" b="0">
                <a:solidFill>
                  <a:srgbClr val="073F30"/>
                </a:solidFill>
                <a:latin typeface="Georgia"/>
                <a:ea typeface="Georgia"/>
                <a:cs typeface="Georgia"/>
              </a:defRPr>
            </a:pPr>
            <a:r>
              <a:rPr sz="3450" b="0">
                <a:solidFill>
                  <a:srgbClr val="073F30"/>
                </a:solidFill>
                <a:latin typeface="Georgia"/>
                <a:ea typeface="Georgia"/>
                <a:cs typeface="Georgia"/>
              </a:rPr>
              <a:t>Design feedback translated into the website</a:t>
            </a:r>
          </a:p>
        </p:txBody>
      </p:sp>
      <p:pic>
        <p:nvPicPr>
          <p:cNvPr id="4" name="">
            <a:extLst xmlns:a="http://schemas.openxmlformats.org/drawingml/2006/main">
              <a:ext uri="{FF2B5EF4-FFF2-40B4-BE49-F238E27FC236}">
                <a16:creationId xmlns:a16="http://schemas.microsoft.com/office/drawing/2014/main" id="{F8362903-4B12-4D73-BB91-27BB5B399AA4}"/>
              </a:ext>
            </a:extLst>
          </p:cNvPr>
          <p:cNvPicPr>
            <a:picLocks xmlns:a="http://schemas.openxmlformats.org/drawingml/2006/main" noChangeAspect="1"/>
          </p:cNvPicPr>
          <p:nvPr/>
        </p:nvPicPr>
        <p:blipFill>
          <a:blip xmlns:r="http://schemas.openxmlformats.org/officeDocument/2006/relationships" xmlns:a="http://schemas.openxmlformats.org/drawingml/2006/main" r:embed="Rdc23ad9acd404ec1"/>
          <a:stretch xmlns:a="http://schemas.openxmlformats.org/drawingml/2006/main"/>
        </p:blipFill>
        <p:spPr>
          <a:xfrm xmlns:a="http://schemas.openxmlformats.org/drawingml/2006/main">
            <a:off x="609600" y="2171060"/>
            <a:ext cx="7143750" cy="4020830"/>
          </a:xfrm>
          <a:prstGeom xmlns:a="http://schemas.openxmlformats.org/drawingml/2006/main" prst="rect">
            <a:avLst/>
          </a:prstGeom>
        </p:spPr>
      </p:pic>
      <p:sp>
        <p:nvSpPr>
          <p:cNvPr id="5" name="Brand consistency">
            <a:extLst xmlns:a="http://schemas.openxmlformats.org/drawingml/2006/main">
              <a:ext uri="{FF2B5EF4-FFF2-40B4-BE49-F238E27FC236}">
                <a16:creationId xmlns:a16="http://schemas.microsoft.com/office/drawing/2014/main" id="{02C5464E-8CB9-4BC9-BC9E-50CD5BCB4F25}"/>
              </a:ext>
            </a:extLst>
          </p:cNvPr>
          <p:cNvSpPr>
            <a:spLocks xmlns:a="http://schemas.openxmlformats.org/drawingml/2006/main" noGrp="1"/>
          </p:cNvSpPr>
          <p:nvPr/>
        </p:nvSpPr>
        <p:spPr>
          <a:xfrm xmlns:a="http://schemas.openxmlformats.org/drawingml/2006/main">
            <a:off x="8191500" y="20478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73F30"/>
                </a:solidFill>
                <a:latin typeface="Georgia"/>
                <a:ea typeface="Georgia"/>
                <a:cs typeface="Georgia"/>
              </a:defRPr>
            </a:defPPr>
            <a:lvl1pPr>
              <a:defRPr sz="2025" b="0">
                <a:solidFill>
                  <a:srgbClr val="073F30"/>
                </a:solidFill>
                <a:latin typeface="Georgia"/>
                <a:ea typeface="Georgia"/>
                <a:cs typeface="Georgia"/>
              </a:defRPr>
            </a:lvl1pPr>
            <a:lvl2pPr>
              <a:defRPr sz="2025" b="0">
                <a:solidFill>
                  <a:srgbClr val="073F30"/>
                </a:solidFill>
                <a:latin typeface="Georgia"/>
                <a:ea typeface="Georgia"/>
                <a:cs typeface="Georgia"/>
              </a:defRPr>
            </a:lvl2pPr>
            <a:lvl3pPr>
              <a:defRPr sz="2025" b="0">
                <a:solidFill>
                  <a:srgbClr val="073F30"/>
                </a:solidFill>
                <a:latin typeface="Georgia"/>
                <a:ea typeface="Georgia"/>
                <a:cs typeface="Georgia"/>
              </a:defRPr>
            </a:lvl3pPr>
            <a:lvl4pPr>
              <a:defRPr sz="2025" b="0">
                <a:solidFill>
                  <a:srgbClr val="073F30"/>
                </a:solidFill>
                <a:latin typeface="Georgia"/>
                <a:ea typeface="Georgia"/>
                <a:cs typeface="Georgia"/>
              </a:defRPr>
            </a:lvl4pPr>
            <a:lvl5pPr>
              <a:defRPr sz="2025" b="0">
                <a:solidFill>
                  <a:srgbClr val="073F30"/>
                </a:solidFill>
                <a:latin typeface="Georgia"/>
                <a:ea typeface="Georgia"/>
                <a:cs typeface="Georgia"/>
              </a:defRPr>
            </a:lvl5pPr>
            <a:lvl6pPr>
              <a:defRPr sz="2025" b="0">
                <a:solidFill>
                  <a:srgbClr val="073F30"/>
                </a:solidFill>
                <a:latin typeface="Georgia"/>
                <a:ea typeface="Georgia"/>
                <a:cs typeface="Georgia"/>
              </a:defRPr>
            </a:lvl6pPr>
            <a:lvl7pPr>
              <a:defRPr sz="2025" b="0">
                <a:solidFill>
                  <a:srgbClr val="073F30"/>
                </a:solidFill>
                <a:latin typeface="Georgia"/>
                <a:ea typeface="Georgia"/>
                <a:cs typeface="Georgia"/>
              </a:defRPr>
            </a:lvl7pPr>
            <a:lvl8pPr>
              <a:defRPr sz="2025" b="0">
                <a:solidFill>
                  <a:srgbClr val="073F30"/>
                </a:solidFill>
                <a:latin typeface="Georgia"/>
                <a:ea typeface="Georgia"/>
                <a:cs typeface="Georgia"/>
              </a:defRPr>
            </a:lvl8pPr>
            <a:lvl9pPr>
              <a:defRPr sz="2025" b="0">
                <a:solidFill>
                  <a:srgbClr val="073F30"/>
                </a:solidFill>
                <a:latin typeface="Georgia"/>
                <a:ea typeface="Georgia"/>
                <a:cs typeface="Georgia"/>
              </a:defRPr>
            </a:lvl9pPr>
          </a:lstStyle>
          <a:p xmlns:a="http://schemas.openxmlformats.org/drawingml/2006/main">
            <a:pPr>
              <a:defRPr sz="2025" b="0">
                <a:solidFill>
                  <a:srgbClr val="073F30"/>
                </a:solidFill>
                <a:latin typeface="Georgia"/>
                <a:ea typeface="Georgia"/>
                <a:cs typeface="Georgia"/>
              </a:defRPr>
            </a:pPr>
            <a:r>
              <a:rPr sz="2025" b="0">
                <a:solidFill>
                  <a:srgbClr val="073F30"/>
                </a:solidFill>
                <a:latin typeface="Georgia"/>
                <a:ea typeface="Georgia"/>
                <a:cs typeface="Georgia"/>
              </a:rPr>
              <a:t>Brand consistency</a:t>
            </a:r>
          </a:p>
        </p:txBody>
      </p:sp>
      <p:sp>
        <p:nvSpPr>
          <p:cNvPr id="6" name="Green, cream and #FFC107 yellow; consistent b">
            <a:extLst xmlns:a="http://schemas.openxmlformats.org/drawingml/2006/main">
              <a:ext uri="{FF2B5EF4-FFF2-40B4-BE49-F238E27FC236}">
                <a16:creationId xmlns:a16="http://schemas.microsoft.com/office/drawing/2014/main" id="{5B694A97-7C7A-438B-B1A2-2A84880C03EE}"/>
              </a:ext>
            </a:extLst>
          </p:cNvPr>
          <p:cNvSpPr>
            <a:spLocks xmlns:a="http://schemas.openxmlformats.org/drawingml/2006/main" noGrp="1"/>
          </p:cNvSpPr>
          <p:nvPr/>
        </p:nvSpPr>
        <p:spPr>
          <a:xfrm xmlns:a="http://schemas.openxmlformats.org/drawingml/2006/main">
            <a:off x="8191500" y="252412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695C"/>
                </a:solidFill>
                <a:latin typeface="Arial"/>
                <a:ea typeface="Arial"/>
                <a:cs typeface="Arial"/>
              </a:defRPr>
            </a:defPPr>
            <a:lvl1pPr>
              <a:defRPr sz="1800" b="0">
                <a:solidFill>
                  <a:srgbClr val="53695C"/>
                </a:solidFill>
                <a:latin typeface="Arial"/>
                <a:ea typeface="Arial"/>
                <a:cs typeface="Arial"/>
              </a:defRPr>
            </a:lvl1pPr>
            <a:lvl2pPr>
              <a:defRPr sz="1800" b="0">
                <a:solidFill>
                  <a:srgbClr val="53695C"/>
                </a:solidFill>
                <a:latin typeface="Arial"/>
                <a:ea typeface="Arial"/>
                <a:cs typeface="Arial"/>
              </a:defRPr>
            </a:lvl2pPr>
            <a:lvl3pPr>
              <a:defRPr sz="1800" b="0">
                <a:solidFill>
                  <a:srgbClr val="53695C"/>
                </a:solidFill>
                <a:latin typeface="Arial"/>
                <a:ea typeface="Arial"/>
                <a:cs typeface="Arial"/>
              </a:defRPr>
            </a:lvl3pPr>
            <a:lvl4pPr>
              <a:defRPr sz="1800" b="0">
                <a:solidFill>
                  <a:srgbClr val="53695C"/>
                </a:solidFill>
                <a:latin typeface="Arial"/>
                <a:ea typeface="Arial"/>
                <a:cs typeface="Arial"/>
              </a:defRPr>
            </a:lvl4pPr>
            <a:lvl5pPr>
              <a:defRPr sz="1800" b="0">
                <a:solidFill>
                  <a:srgbClr val="53695C"/>
                </a:solidFill>
                <a:latin typeface="Arial"/>
                <a:ea typeface="Arial"/>
                <a:cs typeface="Arial"/>
              </a:defRPr>
            </a:lvl5pPr>
            <a:lvl6pPr>
              <a:defRPr sz="1800" b="0">
                <a:solidFill>
                  <a:srgbClr val="53695C"/>
                </a:solidFill>
                <a:latin typeface="Arial"/>
                <a:ea typeface="Arial"/>
                <a:cs typeface="Arial"/>
              </a:defRPr>
            </a:lvl6pPr>
            <a:lvl7pPr>
              <a:defRPr sz="1800" b="0">
                <a:solidFill>
                  <a:srgbClr val="53695C"/>
                </a:solidFill>
                <a:latin typeface="Arial"/>
                <a:ea typeface="Arial"/>
                <a:cs typeface="Arial"/>
              </a:defRPr>
            </a:lvl7pPr>
            <a:lvl8pPr>
              <a:defRPr sz="1800" b="0">
                <a:solidFill>
                  <a:srgbClr val="53695C"/>
                </a:solidFill>
                <a:latin typeface="Arial"/>
                <a:ea typeface="Arial"/>
                <a:cs typeface="Arial"/>
              </a:defRPr>
            </a:lvl8pPr>
            <a:lvl9pPr>
              <a:defRPr sz="1800" b="0">
                <a:solidFill>
                  <a:srgbClr val="53695C"/>
                </a:solidFill>
                <a:latin typeface="Arial"/>
                <a:ea typeface="Arial"/>
                <a:cs typeface="Arial"/>
              </a:defRPr>
            </a:lvl9pPr>
          </a:lstStyle>
          <a:p xmlns:a="http://schemas.openxmlformats.org/drawingml/2006/main">
            <a:pPr>
              <a:defRPr sz="1800" b="0">
                <a:solidFill>
                  <a:srgbClr val="53695C"/>
                </a:solidFill>
                <a:latin typeface="Arial"/>
                <a:ea typeface="Arial"/>
                <a:cs typeface="Arial"/>
              </a:defRPr>
            </a:pPr>
            <a:r>
              <a:rPr sz="1800" b="0">
                <a:solidFill>
                  <a:srgbClr val="53695C"/>
                </a:solidFill>
                <a:latin typeface="Arial"/>
                <a:ea typeface="Arial"/>
                <a:cs typeface="Arial"/>
              </a:rPr>
              <a:t>Green, cream and #FFC107 yellow; consistent buttons and typography.</a:t>
            </a:r>
          </a:p>
        </p:txBody>
      </p:sp>
      <p:sp>
        <p:nvSpPr>
          <p:cNvPr id="7" name="A shorter homepage">
            <a:extLst xmlns:a="http://schemas.openxmlformats.org/drawingml/2006/main">
              <a:ext uri="{FF2B5EF4-FFF2-40B4-BE49-F238E27FC236}">
                <a16:creationId xmlns:a16="http://schemas.microsoft.com/office/drawing/2014/main" id="{9739B59D-CE8B-4C63-8FD3-BB12DAA5954A}"/>
              </a:ext>
            </a:extLst>
          </p:cNvPr>
          <p:cNvSpPr>
            <a:spLocks xmlns:a="http://schemas.openxmlformats.org/drawingml/2006/main" noGrp="1"/>
          </p:cNvSpPr>
          <p:nvPr/>
        </p:nvSpPr>
        <p:spPr>
          <a:xfrm xmlns:a="http://schemas.openxmlformats.org/drawingml/2006/main">
            <a:off x="8191500" y="37147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73F30"/>
                </a:solidFill>
                <a:latin typeface="Georgia"/>
                <a:ea typeface="Georgia"/>
                <a:cs typeface="Georgia"/>
              </a:defRPr>
            </a:defPPr>
            <a:lvl1pPr>
              <a:defRPr sz="2025" b="0">
                <a:solidFill>
                  <a:srgbClr val="073F30"/>
                </a:solidFill>
                <a:latin typeface="Georgia"/>
                <a:ea typeface="Georgia"/>
                <a:cs typeface="Georgia"/>
              </a:defRPr>
            </a:lvl1pPr>
            <a:lvl2pPr>
              <a:defRPr sz="2025" b="0">
                <a:solidFill>
                  <a:srgbClr val="073F30"/>
                </a:solidFill>
                <a:latin typeface="Georgia"/>
                <a:ea typeface="Georgia"/>
                <a:cs typeface="Georgia"/>
              </a:defRPr>
            </a:lvl2pPr>
            <a:lvl3pPr>
              <a:defRPr sz="2025" b="0">
                <a:solidFill>
                  <a:srgbClr val="073F30"/>
                </a:solidFill>
                <a:latin typeface="Georgia"/>
                <a:ea typeface="Georgia"/>
                <a:cs typeface="Georgia"/>
              </a:defRPr>
            </a:lvl3pPr>
            <a:lvl4pPr>
              <a:defRPr sz="2025" b="0">
                <a:solidFill>
                  <a:srgbClr val="073F30"/>
                </a:solidFill>
                <a:latin typeface="Georgia"/>
                <a:ea typeface="Georgia"/>
                <a:cs typeface="Georgia"/>
              </a:defRPr>
            </a:lvl4pPr>
            <a:lvl5pPr>
              <a:defRPr sz="2025" b="0">
                <a:solidFill>
                  <a:srgbClr val="073F30"/>
                </a:solidFill>
                <a:latin typeface="Georgia"/>
                <a:ea typeface="Georgia"/>
                <a:cs typeface="Georgia"/>
              </a:defRPr>
            </a:lvl5pPr>
            <a:lvl6pPr>
              <a:defRPr sz="2025" b="0">
                <a:solidFill>
                  <a:srgbClr val="073F30"/>
                </a:solidFill>
                <a:latin typeface="Georgia"/>
                <a:ea typeface="Georgia"/>
                <a:cs typeface="Georgia"/>
              </a:defRPr>
            </a:lvl6pPr>
            <a:lvl7pPr>
              <a:defRPr sz="2025" b="0">
                <a:solidFill>
                  <a:srgbClr val="073F30"/>
                </a:solidFill>
                <a:latin typeface="Georgia"/>
                <a:ea typeface="Georgia"/>
                <a:cs typeface="Georgia"/>
              </a:defRPr>
            </a:lvl7pPr>
            <a:lvl8pPr>
              <a:defRPr sz="2025" b="0">
                <a:solidFill>
                  <a:srgbClr val="073F30"/>
                </a:solidFill>
                <a:latin typeface="Georgia"/>
                <a:ea typeface="Georgia"/>
                <a:cs typeface="Georgia"/>
              </a:defRPr>
            </a:lvl8pPr>
            <a:lvl9pPr>
              <a:defRPr sz="2025" b="0">
                <a:solidFill>
                  <a:srgbClr val="073F30"/>
                </a:solidFill>
                <a:latin typeface="Georgia"/>
                <a:ea typeface="Georgia"/>
                <a:cs typeface="Georgia"/>
              </a:defRPr>
            </a:lvl9pPr>
          </a:lstStyle>
          <a:p xmlns:a="http://schemas.openxmlformats.org/drawingml/2006/main">
            <a:pPr>
              <a:defRPr sz="2025" b="0">
                <a:solidFill>
                  <a:srgbClr val="073F30"/>
                </a:solidFill>
                <a:latin typeface="Georgia"/>
                <a:ea typeface="Georgia"/>
                <a:cs typeface="Georgia"/>
              </a:defRPr>
            </a:pPr>
            <a:r>
              <a:rPr sz="2025" b="0">
                <a:solidFill>
                  <a:srgbClr val="073F30"/>
                </a:solidFill>
                <a:latin typeface="Georgia"/>
                <a:ea typeface="Georgia"/>
                <a:cs typeface="Georgia"/>
              </a:rPr>
              <a:t>A shorter homepage</a:t>
            </a:r>
          </a:p>
        </p:txBody>
      </p:sp>
      <p:sp>
        <p:nvSpPr>
          <p:cNvPr id="8" name="Condensed services and founder section; one s">
            <a:extLst xmlns:a="http://schemas.openxmlformats.org/drawingml/2006/main">
              <a:ext uri="{FF2B5EF4-FFF2-40B4-BE49-F238E27FC236}">
                <a16:creationId xmlns:a16="http://schemas.microsoft.com/office/drawing/2014/main" id="{8D95A5A2-C83C-4358-813C-93EC4679D18C}"/>
              </a:ext>
            </a:extLst>
          </p:cNvPr>
          <p:cNvSpPr>
            <a:spLocks xmlns:a="http://schemas.openxmlformats.org/drawingml/2006/main" noGrp="1"/>
          </p:cNvSpPr>
          <p:nvPr/>
        </p:nvSpPr>
        <p:spPr>
          <a:xfrm xmlns:a="http://schemas.openxmlformats.org/drawingml/2006/main">
            <a:off x="8191500" y="4171950"/>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695C"/>
                </a:solidFill>
                <a:latin typeface="Arial"/>
                <a:ea typeface="Arial"/>
                <a:cs typeface="Arial"/>
              </a:defRPr>
            </a:defPPr>
            <a:lvl1pPr>
              <a:defRPr sz="1800" b="0">
                <a:solidFill>
                  <a:srgbClr val="53695C"/>
                </a:solidFill>
                <a:latin typeface="Arial"/>
                <a:ea typeface="Arial"/>
                <a:cs typeface="Arial"/>
              </a:defRPr>
            </a:lvl1pPr>
            <a:lvl2pPr>
              <a:defRPr sz="1800" b="0">
                <a:solidFill>
                  <a:srgbClr val="53695C"/>
                </a:solidFill>
                <a:latin typeface="Arial"/>
                <a:ea typeface="Arial"/>
                <a:cs typeface="Arial"/>
              </a:defRPr>
            </a:lvl2pPr>
            <a:lvl3pPr>
              <a:defRPr sz="1800" b="0">
                <a:solidFill>
                  <a:srgbClr val="53695C"/>
                </a:solidFill>
                <a:latin typeface="Arial"/>
                <a:ea typeface="Arial"/>
                <a:cs typeface="Arial"/>
              </a:defRPr>
            </a:lvl3pPr>
            <a:lvl4pPr>
              <a:defRPr sz="1800" b="0">
                <a:solidFill>
                  <a:srgbClr val="53695C"/>
                </a:solidFill>
                <a:latin typeface="Arial"/>
                <a:ea typeface="Arial"/>
                <a:cs typeface="Arial"/>
              </a:defRPr>
            </a:lvl4pPr>
            <a:lvl5pPr>
              <a:defRPr sz="1800" b="0">
                <a:solidFill>
                  <a:srgbClr val="53695C"/>
                </a:solidFill>
                <a:latin typeface="Arial"/>
                <a:ea typeface="Arial"/>
                <a:cs typeface="Arial"/>
              </a:defRPr>
            </a:lvl5pPr>
            <a:lvl6pPr>
              <a:defRPr sz="1800" b="0">
                <a:solidFill>
                  <a:srgbClr val="53695C"/>
                </a:solidFill>
                <a:latin typeface="Arial"/>
                <a:ea typeface="Arial"/>
                <a:cs typeface="Arial"/>
              </a:defRPr>
            </a:lvl6pPr>
            <a:lvl7pPr>
              <a:defRPr sz="1800" b="0">
                <a:solidFill>
                  <a:srgbClr val="53695C"/>
                </a:solidFill>
                <a:latin typeface="Arial"/>
                <a:ea typeface="Arial"/>
                <a:cs typeface="Arial"/>
              </a:defRPr>
            </a:lvl7pPr>
            <a:lvl8pPr>
              <a:defRPr sz="1800" b="0">
                <a:solidFill>
                  <a:srgbClr val="53695C"/>
                </a:solidFill>
                <a:latin typeface="Arial"/>
                <a:ea typeface="Arial"/>
                <a:cs typeface="Arial"/>
              </a:defRPr>
            </a:lvl8pPr>
            <a:lvl9pPr>
              <a:defRPr sz="1800" b="0">
                <a:solidFill>
                  <a:srgbClr val="53695C"/>
                </a:solidFill>
                <a:latin typeface="Arial"/>
                <a:ea typeface="Arial"/>
                <a:cs typeface="Arial"/>
              </a:defRPr>
            </a:lvl9pPr>
          </a:lstStyle>
          <a:p xmlns:a="http://schemas.openxmlformats.org/drawingml/2006/main">
            <a:pPr>
              <a:defRPr sz="1800" b="0">
                <a:solidFill>
                  <a:srgbClr val="53695C"/>
                </a:solidFill>
                <a:latin typeface="Arial"/>
                <a:ea typeface="Arial"/>
                <a:cs typeface="Arial"/>
              </a:defRPr>
            </a:pPr>
            <a:r>
              <a:rPr sz="1800" b="0">
                <a:solidFill>
                  <a:srgbClr val="53695C"/>
                </a:solidFill>
                <a:latin typeface="Arial"/>
                <a:ea typeface="Arial"/>
                <a:cs typeface="Arial"/>
              </a:rPr>
              <a:t>Condensed services and founder section; one shared newsletter/contact area.</a:t>
            </a:r>
          </a:p>
        </p:txBody>
      </p:sp>
      <p:sp>
        <p:nvSpPr>
          <p:cNvPr id="9" name="Case Studies received a full layout redesign,">
            <a:extLst xmlns:a="http://schemas.openxmlformats.org/drawingml/2006/main">
              <a:ext uri="{FF2B5EF4-FFF2-40B4-BE49-F238E27FC236}">
                <a16:creationId xmlns:a16="http://schemas.microsoft.com/office/drawing/2014/main" id="{067E7C87-B419-4A9A-863F-C8DA1A9CF056}"/>
              </a:ext>
            </a:extLst>
          </p:cNvPr>
          <p:cNvSpPr>
            <a:spLocks xmlns:a="http://schemas.openxmlformats.org/drawingml/2006/main" noGrp="1"/>
          </p:cNvSpPr>
          <p:nvPr/>
        </p:nvSpPr>
        <p:spPr>
          <a:xfrm xmlns:a="http://schemas.openxmlformats.org/drawingml/2006/main">
            <a:off x="60960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695C"/>
                </a:solidFill>
                <a:latin typeface="Arial"/>
                <a:ea typeface="Arial"/>
                <a:cs typeface="Arial"/>
              </a:defRPr>
            </a:defPPr>
            <a:lvl1pPr>
              <a:defRPr sz="1500" b="0">
                <a:solidFill>
                  <a:srgbClr val="53695C"/>
                </a:solidFill>
                <a:latin typeface="Arial"/>
                <a:ea typeface="Arial"/>
                <a:cs typeface="Arial"/>
              </a:defRPr>
            </a:lvl1pPr>
            <a:lvl2pPr>
              <a:defRPr sz="1500" b="0">
                <a:solidFill>
                  <a:srgbClr val="53695C"/>
                </a:solidFill>
                <a:latin typeface="Arial"/>
                <a:ea typeface="Arial"/>
                <a:cs typeface="Arial"/>
              </a:defRPr>
            </a:lvl2pPr>
            <a:lvl3pPr>
              <a:defRPr sz="1500" b="0">
                <a:solidFill>
                  <a:srgbClr val="53695C"/>
                </a:solidFill>
                <a:latin typeface="Arial"/>
                <a:ea typeface="Arial"/>
                <a:cs typeface="Arial"/>
              </a:defRPr>
            </a:lvl3pPr>
            <a:lvl4pPr>
              <a:defRPr sz="1500" b="0">
                <a:solidFill>
                  <a:srgbClr val="53695C"/>
                </a:solidFill>
                <a:latin typeface="Arial"/>
                <a:ea typeface="Arial"/>
                <a:cs typeface="Arial"/>
              </a:defRPr>
            </a:lvl4pPr>
            <a:lvl5pPr>
              <a:defRPr sz="1500" b="0">
                <a:solidFill>
                  <a:srgbClr val="53695C"/>
                </a:solidFill>
                <a:latin typeface="Arial"/>
                <a:ea typeface="Arial"/>
                <a:cs typeface="Arial"/>
              </a:defRPr>
            </a:lvl5pPr>
            <a:lvl6pPr>
              <a:defRPr sz="1500" b="0">
                <a:solidFill>
                  <a:srgbClr val="53695C"/>
                </a:solidFill>
                <a:latin typeface="Arial"/>
                <a:ea typeface="Arial"/>
                <a:cs typeface="Arial"/>
              </a:defRPr>
            </a:lvl6pPr>
            <a:lvl7pPr>
              <a:defRPr sz="1500" b="0">
                <a:solidFill>
                  <a:srgbClr val="53695C"/>
                </a:solidFill>
                <a:latin typeface="Arial"/>
                <a:ea typeface="Arial"/>
                <a:cs typeface="Arial"/>
              </a:defRPr>
            </a:lvl7pPr>
            <a:lvl8pPr>
              <a:defRPr sz="1500" b="0">
                <a:solidFill>
                  <a:srgbClr val="53695C"/>
                </a:solidFill>
                <a:latin typeface="Arial"/>
                <a:ea typeface="Arial"/>
                <a:cs typeface="Arial"/>
              </a:defRPr>
            </a:lvl8pPr>
            <a:lvl9pPr>
              <a:defRPr sz="1500" b="0">
                <a:solidFill>
                  <a:srgbClr val="53695C"/>
                </a:solidFill>
                <a:latin typeface="Arial"/>
                <a:ea typeface="Arial"/>
                <a:cs typeface="Arial"/>
              </a:defRPr>
            </a:lvl9pPr>
          </a:lstStyle>
          <a:p xmlns:a="http://schemas.openxmlformats.org/drawingml/2006/main">
            <a:pPr>
              <a:defRPr sz="1500" b="0">
                <a:solidFill>
                  <a:srgbClr val="53695C"/>
                </a:solidFill>
                <a:latin typeface="Arial"/>
                <a:ea typeface="Arial"/>
                <a:cs typeface="Arial"/>
              </a:defRPr>
            </a:pPr>
            <a:r>
              <a:rPr sz="1500" b="0">
                <a:solidFill>
                  <a:srgbClr val="53695C"/>
                </a:solidFill>
                <a:latin typeface="Arial"/>
                <a:ea typeface="Arial"/>
                <a:cs typeface="Arial"/>
              </a:rPr>
              <a:t>Case Studies received a full layout redesign, larger imagery and working filters.</a:t>
            </a:r>
          </a:p>
        </p:txBody>
      </p:sp>
    </p:spTree>
    <p:extLst>
      <p:ext uri="{BB962C8B-B14F-4D97-AF65-F5344CB8AC3E}">
        <p14:creationId xmlns:p14="http://schemas.microsoft.com/office/powerpoint/2010/main" val="15161710"/>
      </p:ext>
    </p:extLst>
  </p:cSld>
</p:sld>
</file>

<file path=ppt/slides/slide4.xml><?xml version="1.0" encoding="utf-8"?>
<p:sld xmlns:p="http://schemas.openxmlformats.org/presentationml/2006/main">
  <p:cSld>
    <p:bg>
      <p:bgPr>
        <a:solidFill xmlns:a="http://schemas.openxmlformats.org/drawingml/2006/main">
          <a:srgbClr val="073F30"/>
        </a:solidFill>
      </p:bgPr>
    </p:bg>
    <p:spTree>
      <p:nvGrpSpPr>
        <p:cNvPr id="1" name=""/>
        <p:cNvGrpSpPr/>
        <p:nvPr/>
      </p:nvGrpSpPr>
      <p:grpSpPr>
        <a:xfrm xmlns:a="http://schemas.openxmlformats.org/drawingml/2006/main"/>
      </p:grpSpPr>
      <p:sp>
        <p:nvSpPr>
          <p:cNvPr id="13" name="EBA  /  WEBSITE UPDATE">
            <a:extLst xmlns:a="http://schemas.openxmlformats.org/drawingml/2006/main">
              <a:ext uri="{FF2B5EF4-FFF2-40B4-BE49-F238E27FC236}">
                <a16:creationId xmlns:a16="http://schemas.microsoft.com/office/drawing/2014/main" id="{CD38A013-73B5-4F46-B3FC-3D34BC00B8C6}"/>
              </a:ext>
            </a:extLst>
          </p:cNvPr>
          <p:cNvSpPr>
            <a:spLocks xmlns:a="http://schemas.openxmlformats.org/drawingml/2006/main" noGrp="1"/>
          </p:cNvSpPr>
          <p:nvPr/>
        </p:nvSpPr>
        <p:spPr>
          <a:xfrm xmlns:a="http://schemas.openxmlformats.org/drawingml/2006/main">
            <a:off x="609600" y="33337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FFC107"/>
                </a:solidFill>
                <a:latin typeface="Arial"/>
                <a:ea typeface="Arial"/>
                <a:cs typeface="Arial"/>
              </a:defRPr>
            </a:defPPr>
            <a:lvl1pPr>
              <a:defRPr sz="1125" b="1">
                <a:solidFill>
                  <a:srgbClr val="FFC107"/>
                </a:solidFill>
                <a:latin typeface="Arial"/>
                <a:ea typeface="Arial"/>
                <a:cs typeface="Arial"/>
              </a:defRPr>
            </a:lvl1pPr>
            <a:lvl2pPr>
              <a:defRPr sz="1125" b="1">
                <a:solidFill>
                  <a:srgbClr val="FFC107"/>
                </a:solidFill>
                <a:latin typeface="Arial"/>
                <a:ea typeface="Arial"/>
                <a:cs typeface="Arial"/>
              </a:defRPr>
            </a:lvl2pPr>
            <a:lvl3pPr>
              <a:defRPr sz="1125" b="1">
                <a:solidFill>
                  <a:srgbClr val="FFC107"/>
                </a:solidFill>
                <a:latin typeface="Arial"/>
                <a:ea typeface="Arial"/>
                <a:cs typeface="Arial"/>
              </a:defRPr>
            </a:lvl3pPr>
            <a:lvl4pPr>
              <a:defRPr sz="1125" b="1">
                <a:solidFill>
                  <a:srgbClr val="FFC107"/>
                </a:solidFill>
                <a:latin typeface="Arial"/>
                <a:ea typeface="Arial"/>
                <a:cs typeface="Arial"/>
              </a:defRPr>
            </a:lvl4pPr>
            <a:lvl5pPr>
              <a:defRPr sz="1125" b="1">
                <a:solidFill>
                  <a:srgbClr val="FFC107"/>
                </a:solidFill>
                <a:latin typeface="Arial"/>
                <a:ea typeface="Arial"/>
                <a:cs typeface="Arial"/>
              </a:defRPr>
            </a:lvl5pPr>
            <a:lvl6pPr>
              <a:defRPr sz="1125" b="1">
                <a:solidFill>
                  <a:srgbClr val="FFC107"/>
                </a:solidFill>
                <a:latin typeface="Arial"/>
                <a:ea typeface="Arial"/>
                <a:cs typeface="Arial"/>
              </a:defRPr>
            </a:lvl6pPr>
            <a:lvl7pPr>
              <a:defRPr sz="1125" b="1">
                <a:solidFill>
                  <a:srgbClr val="FFC107"/>
                </a:solidFill>
                <a:latin typeface="Arial"/>
                <a:ea typeface="Arial"/>
                <a:cs typeface="Arial"/>
              </a:defRPr>
            </a:lvl7pPr>
            <a:lvl8pPr>
              <a:defRPr sz="1125" b="1">
                <a:solidFill>
                  <a:srgbClr val="FFC107"/>
                </a:solidFill>
                <a:latin typeface="Arial"/>
                <a:ea typeface="Arial"/>
                <a:cs typeface="Arial"/>
              </a:defRPr>
            </a:lvl8pPr>
            <a:lvl9pPr>
              <a:defRPr sz="1125" b="1">
                <a:solidFill>
                  <a:srgbClr val="FFC107"/>
                </a:solidFill>
                <a:latin typeface="Arial"/>
                <a:ea typeface="Arial"/>
                <a:cs typeface="Arial"/>
              </a:defRPr>
            </a:lvl9pPr>
          </a:lstStyle>
          <a:p xmlns:a="http://schemas.openxmlformats.org/drawingml/2006/main">
            <a:pPr>
              <a:defRPr sz="1125" b="1">
                <a:solidFill>
                  <a:srgbClr val="FFC107"/>
                </a:solidFill>
                <a:latin typeface="Arial"/>
                <a:ea typeface="Arial"/>
                <a:cs typeface="Arial"/>
              </a:defRPr>
            </a:pPr>
            <a:r>
              <a:rPr sz="1125" b="1">
                <a:solidFill>
                  <a:srgbClr val="FFC107"/>
                </a:solidFill>
                <a:latin typeface="Arial"/>
                <a:ea typeface="Arial"/>
                <a:cs typeface="Arial"/>
              </a:rPr>
              <a:t>EBA  /  WEBSITE UPDATE</a:t>
            </a:r>
          </a:p>
        </p:txBody>
      </p:sp>
      <p:sp>
        <p:nvSpPr>
          <p:cNvPr id="2" name="04">
            <a:extLst xmlns:a="http://schemas.openxmlformats.org/drawingml/2006/main">
              <a:ext uri="{FF2B5EF4-FFF2-40B4-BE49-F238E27FC236}">
                <a16:creationId xmlns:a16="http://schemas.microsoft.com/office/drawing/2014/main" id="{F967F245-4A91-4388-B17F-74401BFE64DE}"/>
              </a:ext>
            </a:extLst>
          </p:cNvPr>
          <p:cNvSpPr>
            <a:spLocks xmlns:a="http://schemas.openxmlformats.org/drawingml/2006/main" noGrp="1"/>
          </p:cNvSpPr>
          <p:nvPr/>
        </p:nvSpPr>
        <p:spPr>
          <a:xfrm xmlns:a="http://schemas.openxmlformats.org/drawingml/2006/main">
            <a:off x="11096625" y="333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FFC107"/>
                </a:solidFill>
                <a:latin typeface="Arial"/>
                <a:ea typeface="Arial"/>
                <a:cs typeface="Arial"/>
              </a:defRPr>
            </a:defPPr>
            <a:lvl1pPr>
              <a:defRPr sz="1125" b="0">
                <a:solidFill>
                  <a:srgbClr val="FFC107"/>
                </a:solidFill>
                <a:latin typeface="Arial"/>
                <a:ea typeface="Arial"/>
                <a:cs typeface="Arial"/>
              </a:defRPr>
            </a:lvl1pPr>
            <a:lvl2pPr>
              <a:defRPr sz="1125" b="0">
                <a:solidFill>
                  <a:srgbClr val="FFC107"/>
                </a:solidFill>
                <a:latin typeface="Arial"/>
                <a:ea typeface="Arial"/>
                <a:cs typeface="Arial"/>
              </a:defRPr>
            </a:lvl2pPr>
            <a:lvl3pPr>
              <a:defRPr sz="1125" b="0">
                <a:solidFill>
                  <a:srgbClr val="FFC107"/>
                </a:solidFill>
                <a:latin typeface="Arial"/>
                <a:ea typeface="Arial"/>
                <a:cs typeface="Arial"/>
              </a:defRPr>
            </a:lvl3pPr>
            <a:lvl4pPr>
              <a:defRPr sz="1125" b="0">
                <a:solidFill>
                  <a:srgbClr val="FFC107"/>
                </a:solidFill>
                <a:latin typeface="Arial"/>
                <a:ea typeface="Arial"/>
                <a:cs typeface="Arial"/>
              </a:defRPr>
            </a:lvl4pPr>
            <a:lvl5pPr>
              <a:defRPr sz="1125" b="0">
                <a:solidFill>
                  <a:srgbClr val="FFC107"/>
                </a:solidFill>
                <a:latin typeface="Arial"/>
                <a:ea typeface="Arial"/>
                <a:cs typeface="Arial"/>
              </a:defRPr>
            </a:lvl5pPr>
            <a:lvl6pPr>
              <a:defRPr sz="1125" b="0">
                <a:solidFill>
                  <a:srgbClr val="FFC107"/>
                </a:solidFill>
                <a:latin typeface="Arial"/>
                <a:ea typeface="Arial"/>
                <a:cs typeface="Arial"/>
              </a:defRPr>
            </a:lvl6pPr>
            <a:lvl7pPr>
              <a:defRPr sz="1125" b="0">
                <a:solidFill>
                  <a:srgbClr val="FFC107"/>
                </a:solidFill>
                <a:latin typeface="Arial"/>
                <a:ea typeface="Arial"/>
                <a:cs typeface="Arial"/>
              </a:defRPr>
            </a:lvl7pPr>
            <a:lvl8pPr>
              <a:defRPr sz="1125" b="0">
                <a:solidFill>
                  <a:srgbClr val="FFC107"/>
                </a:solidFill>
                <a:latin typeface="Arial"/>
                <a:ea typeface="Arial"/>
                <a:cs typeface="Arial"/>
              </a:defRPr>
            </a:lvl8pPr>
            <a:lvl9pPr>
              <a:defRPr sz="1125" b="0">
                <a:solidFill>
                  <a:srgbClr val="FFC107"/>
                </a:solidFill>
                <a:latin typeface="Arial"/>
                <a:ea typeface="Arial"/>
                <a:cs typeface="Arial"/>
              </a:defRPr>
            </a:lvl9pPr>
          </a:lstStyle>
          <a:p xmlns:a="http://schemas.openxmlformats.org/drawingml/2006/main">
            <a:pPr>
              <a:defRPr sz="1125" b="0">
                <a:solidFill>
                  <a:srgbClr val="FFC107"/>
                </a:solidFill>
                <a:latin typeface="Arial"/>
                <a:ea typeface="Arial"/>
                <a:cs typeface="Arial"/>
              </a:defRPr>
            </a:pPr>
            <a:r>
              <a:rPr sz="1125" b="0">
                <a:solidFill>
                  <a:srgbClr val="FFC107"/>
                </a:solidFill>
                <a:latin typeface="Arial"/>
                <a:ea typeface="Arial"/>
                <a:cs typeface="Arial"/>
              </a:rPr>
              <a:t>04</a:t>
            </a:r>
          </a:p>
        </p:txBody>
      </p:sp>
      <p:sp>
        <p:nvSpPr>
          <p:cNvPr id="3" name="Content and interactions now work together">
            <a:extLst xmlns:a="http://schemas.openxmlformats.org/drawingml/2006/main">
              <a:ext uri="{FF2B5EF4-FFF2-40B4-BE49-F238E27FC236}">
                <a16:creationId xmlns:a16="http://schemas.microsoft.com/office/drawing/2014/main" id="{61E4E7E3-985F-47BC-8671-E89A43227F53}"/>
              </a:ext>
            </a:extLst>
          </p:cNvPr>
          <p:cNvSpPr>
            <a:spLocks xmlns:a="http://schemas.openxmlformats.org/drawingml/2006/main" noGrp="1"/>
          </p:cNvSpPr>
          <p:nvPr/>
        </p:nvSpPr>
        <p:spPr>
          <a:xfrm xmlns:a="http://schemas.openxmlformats.org/drawingml/2006/main">
            <a:off x="609600" y="904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7F3E8"/>
                </a:solidFill>
                <a:latin typeface="Georgia"/>
                <a:ea typeface="Georgia"/>
                <a:cs typeface="Georgia"/>
              </a:defRPr>
            </a:defPPr>
            <a:lvl1pPr>
              <a:defRPr sz="3450" b="0">
                <a:solidFill>
                  <a:srgbClr val="F7F3E8"/>
                </a:solidFill>
                <a:latin typeface="Georgia"/>
                <a:ea typeface="Georgia"/>
                <a:cs typeface="Georgia"/>
              </a:defRPr>
            </a:lvl1pPr>
            <a:lvl2pPr>
              <a:defRPr sz="3450" b="0">
                <a:solidFill>
                  <a:srgbClr val="F7F3E8"/>
                </a:solidFill>
                <a:latin typeface="Georgia"/>
                <a:ea typeface="Georgia"/>
                <a:cs typeface="Georgia"/>
              </a:defRPr>
            </a:lvl2pPr>
            <a:lvl3pPr>
              <a:defRPr sz="3450" b="0">
                <a:solidFill>
                  <a:srgbClr val="F7F3E8"/>
                </a:solidFill>
                <a:latin typeface="Georgia"/>
                <a:ea typeface="Georgia"/>
                <a:cs typeface="Georgia"/>
              </a:defRPr>
            </a:lvl3pPr>
            <a:lvl4pPr>
              <a:defRPr sz="3450" b="0">
                <a:solidFill>
                  <a:srgbClr val="F7F3E8"/>
                </a:solidFill>
                <a:latin typeface="Georgia"/>
                <a:ea typeface="Georgia"/>
                <a:cs typeface="Georgia"/>
              </a:defRPr>
            </a:lvl4pPr>
            <a:lvl5pPr>
              <a:defRPr sz="3450" b="0">
                <a:solidFill>
                  <a:srgbClr val="F7F3E8"/>
                </a:solidFill>
                <a:latin typeface="Georgia"/>
                <a:ea typeface="Georgia"/>
                <a:cs typeface="Georgia"/>
              </a:defRPr>
            </a:lvl5pPr>
            <a:lvl6pPr>
              <a:defRPr sz="3450" b="0">
                <a:solidFill>
                  <a:srgbClr val="F7F3E8"/>
                </a:solidFill>
                <a:latin typeface="Georgia"/>
                <a:ea typeface="Georgia"/>
                <a:cs typeface="Georgia"/>
              </a:defRPr>
            </a:lvl6pPr>
            <a:lvl7pPr>
              <a:defRPr sz="3450" b="0">
                <a:solidFill>
                  <a:srgbClr val="F7F3E8"/>
                </a:solidFill>
                <a:latin typeface="Georgia"/>
                <a:ea typeface="Georgia"/>
                <a:cs typeface="Georgia"/>
              </a:defRPr>
            </a:lvl7pPr>
            <a:lvl8pPr>
              <a:defRPr sz="3450" b="0">
                <a:solidFill>
                  <a:srgbClr val="F7F3E8"/>
                </a:solidFill>
                <a:latin typeface="Georgia"/>
                <a:ea typeface="Georgia"/>
                <a:cs typeface="Georgia"/>
              </a:defRPr>
            </a:lvl8pPr>
            <a:lvl9pPr>
              <a:defRPr sz="3450" b="0">
                <a:solidFill>
                  <a:srgbClr val="F7F3E8"/>
                </a:solidFill>
                <a:latin typeface="Georgia"/>
                <a:ea typeface="Georgia"/>
                <a:cs typeface="Georgia"/>
              </a:defRPr>
            </a:lvl9pPr>
          </a:lstStyle>
          <a:p xmlns:a="http://schemas.openxmlformats.org/drawingml/2006/main">
            <a:pPr>
              <a:defRPr sz="3450" b="0">
                <a:solidFill>
                  <a:srgbClr val="F7F3E8"/>
                </a:solidFill>
                <a:latin typeface="Georgia"/>
                <a:ea typeface="Georgia"/>
                <a:cs typeface="Georgia"/>
              </a:defRPr>
            </a:pPr>
            <a:r>
              <a:rPr sz="3450" b="0">
                <a:solidFill>
                  <a:srgbClr val="F7F3E8"/>
                </a:solidFill>
                <a:latin typeface="Georgia"/>
                <a:ea typeface="Georgia"/>
                <a:cs typeface="Georgia"/>
              </a:rPr>
              <a:t>Content and interactions now work together</a:t>
            </a:r>
          </a:p>
        </p:txBody>
      </p:sp>
      <p:pic>
        <p:nvPicPr>
          <p:cNvPr id="4" name="">
            <a:extLst xmlns:a="http://schemas.openxmlformats.org/drawingml/2006/main">
              <a:ext uri="{FF2B5EF4-FFF2-40B4-BE49-F238E27FC236}">
                <a16:creationId xmlns:a16="http://schemas.microsoft.com/office/drawing/2014/main" id="{371D7493-C9E0-4772-8C07-7E662C02FA2A}"/>
              </a:ext>
            </a:extLst>
          </p:cNvPr>
          <p:cNvPicPr>
            <a:picLocks xmlns:a="http://schemas.openxmlformats.org/drawingml/2006/main" noChangeAspect="1"/>
          </p:cNvPicPr>
          <p:nvPr/>
        </p:nvPicPr>
        <p:blipFill>
          <a:blip xmlns:r="http://schemas.openxmlformats.org/officeDocument/2006/relationships" xmlns:a="http://schemas.openxmlformats.org/drawingml/2006/main" r:embed="R1515783027c64e3d"/>
          <a:stretch xmlns:a="http://schemas.openxmlformats.org/drawingml/2006/main"/>
        </p:blipFill>
        <p:spPr>
          <a:xfrm xmlns:a="http://schemas.openxmlformats.org/drawingml/2006/main">
            <a:off x="7219950" y="2641316"/>
            <a:ext cx="4362450" cy="2908868"/>
          </a:xfrm>
          <a:prstGeom xmlns:a="http://schemas.openxmlformats.org/drawingml/2006/main" prst="rect">
            <a:avLst/>
          </a:prstGeom>
        </p:spPr>
      </p:pic>
      <p:sp>
        <p:nvSpPr>
          <p:cNvPr id="5" name="Events">
            <a:extLst xmlns:a="http://schemas.openxmlformats.org/drawingml/2006/main">
              <a:ext uri="{FF2B5EF4-FFF2-40B4-BE49-F238E27FC236}">
                <a16:creationId xmlns:a16="http://schemas.microsoft.com/office/drawing/2014/main" id="{55EB365C-FBA4-478D-8FDA-8155CCFA80C2}"/>
              </a:ext>
            </a:extLst>
          </p:cNvPr>
          <p:cNvSpPr>
            <a:spLocks xmlns:a="http://schemas.openxmlformats.org/drawingml/2006/main" noGrp="1"/>
          </p:cNvSpPr>
          <p:nvPr/>
        </p:nvSpPr>
        <p:spPr>
          <a:xfrm xmlns:a="http://schemas.openxmlformats.org/drawingml/2006/main">
            <a:off x="609600" y="209550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C107"/>
                </a:solidFill>
                <a:latin typeface="Georgia"/>
                <a:ea typeface="Georgia"/>
                <a:cs typeface="Georgia"/>
              </a:defRPr>
            </a:defPPr>
            <a:lvl1pPr>
              <a:defRPr sz="2100" b="0">
                <a:solidFill>
                  <a:srgbClr val="FFC107"/>
                </a:solidFill>
                <a:latin typeface="Georgia"/>
                <a:ea typeface="Georgia"/>
                <a:cs typeface="Georgia"/>
              </a:defRPr>
            </a:lvl1pPr>
            <a:lvl2pPr>
              <a:defRPr sz="2100" b="0">
                <a:solidFill>
                  <a:srgbClr val="FFC107"/>
                </a:solidFill>
                <a:latin typeface="Georgia"/>
                <a:ea typeface="Georgia"/>
                <a:cs typeface="Georgia"/>
              </a:defRPr>
            </a:lvl2pPr>
            <a:lvl3pPr>
              <a:defRPr sz="2100" b="0">
                <a:solidFill>
                  <a:srgbClr val="FFC107"/>
                </a:solidFill>
                <a:latin typeface="Georgia"/>
                <a:ea typeface="Georgia"/>
                <a:cs typeface="Georgia"/>
              </a:defRPr>
            </a:lvl3pPr>
            <a:lvl4pPr>
              <a:defRPr sz="2100" b="0">
                <a:solidFill>
                  <a:srgbClr val="FFC107"/>
                </a:solidFill>
                <a:latin typeface="Georgia"/>
                <a:ea typeface="Georgia"/>
                <a:cs typeface="Georgia"/>
              </a:defRPr>
            </a:lvl4pPr>
            <a:lvl5pPr>
              <a:defRPr sz="2100" b="0">
                <a:solidFill>
                  <a:srgbClr val="FFC107"/>
                </a:solidFill>
                <a:latin typeface="Georgia"/>
                <a:ea typeface="Georgia"/>
                <a:cs typeface="Georgia"/>
              </a:defRPr>
            </a:lvl5pPr>
            <a:lvl6pPr>
              <a:defRPr sz="2100" b="0">
                <a:solidFill>
                  <a:srgbClr val="FFC107"/>
                </a:solidFill>
                <a:latin typeface="Georgia"/>
                <a:ea typeface="Georgia"/>
                <a:cs typeface="Georgia"/>
              </a:defRPr>
            </a:lvl6pPr>
            <a:lvl7pPr>
              <a:defRPr sz="2100" b="0">
                <a:solidFill>
                  <a:srgbClr val="FFC107"/>
                </a:solidFill>
                <a:latin typeface="Georgia"/>
                <a:ea typeface="Georgia"/>
                <a:cs typeface="Georgia"/>
              </a:defRPr>
            </a:lvl7pPr>
            <a:lvl8pPr>
              <a:defRPr sz="2100" b="0">
                <a:solidFill>
                  <a:srgbClr val="FFC107"/>
                </a:solidFill>
                <a:latin typeface="Georgia"/>
                <a:ea typeface="Georgia"/>
                <a:cs typeface="Georgia"/>
              </a:defRPr>
            </a:lvl8pPr>
            <a:lvl9pPr>
              <a:defRPr sz="2100" b="0">
                <a:solidFill>
                  <a:srgbClr val="FFC107"/>
                </a:solidFill>
                <a:latin typeface="Georgia"/>
                <a:ea typeface="Georgia"/>
                <a:cs typeface="Georgia"/>
              </a:defRPr>
            </a:lvl9pPr>
          </a:lstStyle>
          <a:p xmlns:a="http://schemas.openxmlformats.org/drawingml/2006/main">
            <a:pPr>
              <a:defRPr sz="2100" b="0">
                <a:solidFill>
                  <a:srgbClr val="FFC107"/>
                </a:solidFill>
                <a:latin typeface="Georgia"/>
                <a:ea typeface="Georgia"/>
                <a:cs typeface="Georgia"/>
              </a:defRPr>
            </a:pPr>
            <a:r>
              <a:rPr sz="2100" b="0">
                <a:solidFill>
                  <a:srgbClr val="FFC107"/>
                </a:solidFill>
                <a:latin typeface="Georgia"/>
                <a:ea typeface="Georgia"/>
                <a:cs typeface="Georgia"/>
              </a:rPr>
              <a:t>Events</a:t>
            </a:r>
          </a:p>
        </p:txBody>
      </p:sp>
      <p:sp>
        <p:nvSpPr>
          <p:cNvPr id="6" name="Clickable cards, pagination and dedicated eve">
            <a:extLst xmlns:a="http://schemas.openxmlformats.org/drawingml/2006/main">
              <a:ext uri="{FF2B5EF4-FFF2-40B4-BE49-F238E27FC236}">
                <a16:creationId xmlns:a16="http://schemas.microsoft.com/office/drawing/2014/main" id="{F73D7828-CC0A-4DC5-9E37-484286C478FB}"/>
              </a:ext>
            </a:extLst>
          </p:cNvPr>
          <p:cNvSpPr>
            <a:spLocks xmlns:a="http://schemas.openxmlformats.org/drawingml/2006/main" noGrp="1"/>
          </p:cNvSpPr>
          <p:nvPr/>
        </p:nvSpPr>
        <p:spPr>
          <a:xfrm xmlns:a="http://schemas.openxmlformats.org/drawingml/2006/main">
            <a:off x="609600" y="2495550"/>
            <a:ext cx="609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7F3E8"/>
                </a:solidFill>
                <a:latin typeface="Arial"/>
                <a:ea typeface="Arial"/>
                <a:cs typeface="Arial"/>
              </a:defRPr>
            </a:defPPr>
            <a:lvl1pPr>
              <a:defRPr sz="1800" b="0">
                <a:solidFill>
                  <a:srgbClr val="F7F3E8"/>
                </a:solidFill>
                <a:latin typeface="Arial"/>
                <a:ea typeface="Arial"/>
                <a:cs typeface="Arial"/>
              </a:defRPr>
            </a:lvl1pPr>
            <a:lvl2pPr>
              <a:defRPr sz="1800" b="0">
                <a:solidFill>
                  <a:srgbClr val="F7F3E8"/>
                </a:solidFill>
                <a:latin typeface="Arial"/>
                <a:ea typeface="Arial"/>
                <a:cs typeface="Arial"/>
              </a:defRPr>
            </a:lvl2pPr>
            <a:lvl3pPr>
              <a:defRPr sz="1800" b="0">
                <a:solidFill>
                  <a:srgbClr val="F7F3E8"/>
                </a:solidFill>
                <a:latin typeface="Arial"/>
                <a:ea typeface="Arial"/>
                <a:cs typeface="Arial"/>
              </a:defRPr>
            </a:lvl3pPr>
            <a:lvl4pPr>
              <a:defRPr sz="1800" b="0">
                <a:solidFill>
                  <a:srgbClr val="F7F3E8"/>
                </a:solidFill>
                <a:latin typeface="Arial"/>
                <a:ea typeface="Arial"/>
                <a:cs typeface="Arial"/>
              </a:defRPr>
            </a:lvl4pPr>
            <a:lvl5pPr>
              <a:defRPr sz="1800" b="0">
                <a:solidFill>
                  <a:srgbClr val="F7F3E8"/>
                </a:solidFill>
                <a:latin typeface="Arial"/>
                <a:ea typeface="Arial"/>
                <a:cs typeface="Arial"/>
              </a:defRPr>
            </a:lvl5pPr>
            <a:lvl6pPr>
              <a:defRPr sz="1800" b="0">
                <a:solidFill>
                  <a:srgbClr val="F7F3E8"/>
                </a:solidFill>
                <a:latin typeface="Arial"/>
                <a:ea typeface="Arial"/>
                <a:cs typeface="Arial"/>
              </a:defRPr>
            </a:lvl6pPr>
            <a:lvl7pPr>
              <a:defRPr sz="1800" b="0">
                <a:solidFill>
                  <a:srgbClr val="F7F3E8"/>
                </a:solidFill>
                <a:latin typeface="Arial"/>
                <a:ea typeface="Arial"/>
                <a:cs typeface="Arial"/>
              </a:defRPr>
            </a:lvl7pPr>
            <a:lvl8pPr>
              <a:defRPr sz="1800" b="0">
                <a:solidFill>
                  <a:srgbClr val="F7F3E8"/>
                </a:solidFill>
                <a:latin typeface="Arial"/>
                <a:ea typeface="Arial"/>
                <a:cs typeface="Arial"/>
              </a:defRPr>
            </a:lvl8pPr>
            <a:lvl9pPr>
              <a:defRPr sz="1800" b="0">
                <a:solidFill>
                  <a:srgbClr val="F7F3E8"/>
                </a:solidFill>
                <a:latin typeface="Arial"/>
                <a:ea typeface="Arial"/>
                <a:cs typeface="Arial"/>
              </a:defRPr>
            </a:lvl9pPr>
          </a:lstStyle>
          <a:p xmlns:a="http://schemas.openxmlformats.org/drawingml/2006/main">
            <a:pPr>
              <a:defRPr sz="1800" b="0">
                <a:solidFill>
                  <a:srgbClr val="F7F3E8"/>
                </a:solidFill>
                <a:latin typeface="Arial"/>
                <a:ea typeface="Arial"/>
                <a:cs typeface="Arial"/>
              </a:defRPr>
            </a:pPr>
            <a:r>
              <a:rPr sz="1800" b="0">
                <a:solidFill>
                  <a:srgbClr val="F7F3E8"/>
                </a:solidFill>
                <a:latin typeface="Arial"/>
                <a:ea typeface="Arial"/>
                <a:cs typeface="Arial"/>
              </a:rPr>
              <a:t>Clickable cards, pagination and dedicated event pages</a:t>
            </a:r>
          </a:p>
        </p:txBody>
      </p:sp>
      <p:sp>
        <p:nvSpPr>
          <p:cNvPr id="7" name="Stories">
            <a:extLst xmlns:a="http://schemas.openxmlformats.org/drawingml/2006/main">
              <a:ext uri="{FF2B5EF4-FFF2-40B4-BE49-F238E27FC236}">
                <a16:creationId xmlns:a16="http://schemas.microsoft.com/office/drawing/2014/main" id="{3B90536C-ACE0-41C7-B0DC-2DE4C504C185}"/>
              </a:ext>
            </a:extLst>
          </p:cNvPr>
          <p:cNvSpPr>
            <a:spLocks xmlns:a="http://schemas.openxmlformats.org/drawingml/2006/main" noGrp="1"/>
          </p:cNvSpPr>
          <p:nvPr/>
        </p:nvSpPr>
        <p:spPr>
          <a:xfrm xmlns:a="http://schemas.openxmlformats.org/drawingml/2006/main">
            <a:off x="609600" y="3095625"/>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C107"/>
                </a:solidFill>
                <a:latin typeface="Georgia"/>
                <a:ea typeface="Georgia"/>
                <a:cs typeface="Georgia"/>
              </a:defRPr>
            </a:defPPr>
            <a:lvl1pPr>
              <a:defRPr sz="2100" b="0">
                <a:solidFill>
                  <a:srgbClr val="FFC107"/>
                </a:solidFill>
                <a:latin typeface="Georgia"/>
                <a:ea typeface="Georgia"/>
                <a:cs typeface="Georgia"/>
              </a:defRPr>
            </a:lvl1pPr>
            <a:lvl2pPr>
              <a:defRPr sz="2100" b="0">
                <a:solidFill>
                  <a:srgbClr val="FFC107"/>
                </a:solidFill>
                <a:latin typeface="Georgia"/>
                <a:ea typeface="Georgia"/>
                <a:cs typeface="Georgia"/>
              </a:defRPr>
            </a:lvl2pPr>
            <a:lvl3pPr>
              <a:defRPr sz="2100" b="0">
                <a:solidFill>
                  <a:srgbClr val="FFC107"/>
                </a:solidFill>
                <a:latin typeface="Georgia"/>
                <a:ea typeface="Georgia"/>
                <a:cs typeface="Georgia"/>
              </a:defRPr>
            </a:lvl3pPr>
            <a:lvl4pPr>
              <a:defRPr sz="2100" b="0">
                <a:solidFill>
                  <a:srgbClr val="FFC107"/>
                </a:solidFill>
                <a:latin typeface="Georgia"/>
                <a:ea typeface="Georgia"/>
                <a:cs typeface="Georgia"/>
              </a:defRPr>
            </a:lvl4pPr>
            <a:lvl5pPr>
              <a:defRPr sz="2100" b="0">
                <a:solidFill>
                  <a:srgbClr val="FFC107"/>
                </a:solidFill>
                <a:latin typeface="Georgia"/>
                <a:ea typeface="Georgia"/>
                <a:cs typeface="Georgia"/>
              </a:defRPr>
            </a:lvl5pPr>
            <a:lvl6pPr>
              <a:defRPr sz="2100" b="0">
                <a:solidFill>
                  <a:srgbClr val="FFC107"/>
                </a:solidFill>
                <a:latin typeface="Georgia"/>
                <a:ea typeface="Georgia"/>
                <a:cs typeface="Georgia"/>
              </a:defRPr>
            </a:lvl6pPr>
            <a:lvl7pPr>
              <a:defRPr sz="2100" b="0">
                <a:solidFill>
                  <a:srgbClr val="FFC107"/>
                </a:solidFill>
                <a:latin typeface="Georgia"/>
                <a:ea typeface="Georgia"/>
                <a:cs typeface="Georgia"/>
              </a:defRPr>
            </a:lvl7pPr>
            <a:lvl8pPr>
              <a:defRPr sz="2100" b="0">
                <a:solidFill>
                  <a:srgbClr val="FFC107"/>
                </a:solidFill>
                <a:latin typeface="Georgia"/>
                <a:ea typeface="Georgia"/>
                <a:cs typeface="Georgia"/>
              </a:defRPr>
            </a:lvl8pPr>
            <a:lvl9pPr>
              <a:defRPr sz="2100" b="0">
                <a:solidFill>
                  <a:srgbClr val="FFC107"/>
                </a:solidFill>
                <a:latin typeface="Georgia"/>
                <a:ea typeface="Georgia"/>
                <a:cs typeface="Georgia"/>
              </a:defRPr>
            </a:lvl9pPr>
          </a:lstStyle>
          <a:p xmlns:a="http://schemas.openxmlformats.org/drawingml/2006/main">
            <a:pPr>
              <a:defRPr sz="2100" b="0">
                <a:solidFill>
                  <a:srgbClr val="FFC107"/>
                </a:solidFill>
                <a:latin typeface="Georgia"/>
                <a:ea typeface="Georgia"/>
                <a:cs typeface="Georgia"/>
              </a:defRPr>
            </a:pPr>
            <a:r>
              <a:rPr sz="2100" b="0">
                <a:solidFill>
                  <a:srgbClr val="FFC107"/>
                </a:solidFill>
                <a:latin typeface="Georgia"/>
                <a:ea typeface="Georgia"/>
                <a:cs typeface="Georgia"/>
              </a:rPr>
              <a:t>Stories</a:t>
            </a:r>
          </a:p>
        </p:txBody>
      </p:sp>
      <p:sp>
        <p:nvSpPr>
          <p:cNvPr id="8" name="Imported articles with collection and article">
            <a:extLst xmlns:a="http://schemas.openxmlformats.org/drawingml/2006/main">
              <a:ext uri="{FF2B5EF4-FFF2-40B4-BE49-F238E27FC236}">
                <a16:creationId xmlns:a16="http://schemas.microsoft.com/office/drawing/2014/main" id="{95BC2D43-3542-4E34-9E4D-B60771FA1100}"/>
              </a:ext>
            </a:extLst>
          </p:cNvPr>
          <p:cNvSpPr>
            <a:spLocks xmlns:a="http://schemas.openxmlformats.org/drawingml/2006/main" noGrp="1"/>
          </p:cNvSpPr>
          <p:nvPr/>
        </p:nvSpPr>
        <p:spPr>
          <a:xfrm xmlns:a="http://schemas.openxmlformats.org/drawingml/2006/main">
            <a:off x="609600" y="3495675"/>
            <a:ext cx="609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7F3E8"/>
                </a:solidFill>
                <a:latin typeface="Arial"/>
                <a:ea typeface="Arial"/>
                <a:cs typeface="Arial"/>
              </a:defRPr>
            </a:defPPr>
            <a:lvl1pPr>
              <a:defRPr sz="1800" b="0">
                <a:solidFill>
                  <a:srgbClr val="F7F3E8"/>
                </a:solidFill>
                <a:latin typeface="Arial"/>
                <a:ea typeface="Arial"/>
                <a:cs typeface="Arial"/>
              </a:defRPr>
            </a:lvl1pPr>
            <a:lvl2pPr>
              <a:defRPr sz="1800" b="0">
                <a:solidFill>
                  <a:srgbClr val="F7F3E8"/>
                </a:solidFill>
                <a:latin typeface="Arial"/>
                <a:ea typeface="Arial"/>
                <a:cs typeface="Arial"/>
              </a:defRPr>
            </a:lvl2pPr>
            <a:lvl3pPr>
              <a:defRPr sz="1800" b="0">
                <a:solidFill>
                  <a:srgbClr val="F7F3E8"/>
                </a:solidFill>
                <a:latin typeface="Arial"/>
                <a:ea typeface="Arial"/>
                <a:cs typeface="Arial"/>
              </a:defRPr>
            </a:lvl3pPr>
            <a:lvl4pPr>
              <a:defRPr sz="1800" b="0">
                <a:solidFill>
                  <a:srgbClr val="F7F3E8"/>
                </a:solidFill>
                <a:latin typeface="Arial"/>
                <a:ea typeface="Arial"/>
                <a:cs typeface="Arial"/>
              </a:defRPr>
            </a:lvl4pPr>
            <a:lvl5pPr>
              <a:defRPr sz="1800" b="0">
                <a:solidFill>
                  <a:srgbClr val="F7F3E8"/>
                </a:solidFill>
                <a:latin typeface="Arial"/>
                <a:ea typeface="Arial"/>
                <a:cs typeface="Arial"/>
              </a:defRPr>
            </a:lvl5pPr>
            <a:lvl6pPr>
              <a:defRPr sz="1800" b="0">
                <a:solidFill>
                  <a:srgbClr val="F7F3E8"/>
                </a:solidFill>
                <a:latin typeface="Arial"/>
                <a:ea typeface="Arial"/>
                <a:cs typeface="Arial"/>
              </a:defRPr>
            </a:lvl6pPr>
            <a:lvl7pPr>
              <a:defRPr sz="1800" b="0">
                <a:solidFill>
                  <a:srgbClr val="F7F3E8"/>
                </a:solidFill>
                <a:latin typeface="Arial"/>
                <a:ea typeface="Arial"/>
                <a:cs typeface="Arial"/>
              </a:defRPr>
            </a:lvl7pPr>
            <a:lvl8pPr>
              <a:defRPr sz="1800" b="0">
                <a:solidFill>
                  <a:srgbClr val="F7F3E8"/>
                </a:solidFill>
                <a:latin typeface="Arial"/>
                <a:ea typeface="Arial"/>
                <a:cs typeface="Arial"/>
              </a:defRPr>
            </a:lvl8pPr>
            <a:lvl9pPr>
              <a:defRPr sz="1800" b="0">
                <a:solidFill>
                  <a:srgbClr val="F7F3E8"/>
                </a:solidFill>
                <a:latin typeface="Arial"/>
                <a:ea typeface="Arial"/>
                <a:cs typeface="Arial"/>
              </a:defRPr>
            </a:lvl9pPr>
          </a:lstStyle>
          <a:p xmlns:a="http://schemas.openxmlformats.org/drawingml/2006/main">
            <a:pPr>
              <a:defRPr sz="1800" b="0">
                <a:solidFill>
                  <a:srgbClr val="F7F3E8"/>
                </a:solidFill>
                <a:latin typeface="Arial"/>
                <a:ea typeface="Arial"/>
                <a:cs typeface="Arial"/>
              </a:defRPr>
            </a:pPr>
            <a:r>
              <a:rPr sz="1800" b="0">
                <a:solidFill>
                  <a:srgbClr val="F7F3E8"/>
                </a:solidFill>
                <a:latin typeface="Arial"/>
                <a:ea typeface="Arial"/>
                <a:cs typeface="Arial"/>
              </a:rPr>
              <a:t>Imported articles with collection and article layouts</a:t>
            </a:r>
          </a:p>
        </p:txBody>
      </p:sp>
      <p:sp>
        <p:nvSpPr>
          <p:cNvPr id="9" name="Client proof">
            <a:extLst xmlns:a="http://schemas.openxmlformats.org/drawingml/2006/main">
              <a:ext uri="{FF2B5EF4-FFF2-40B4-BE49-F238E27FC236}">
                <a16:creationId xmlns:a16="http://schemas.microsoft.com/office/drawing/2014/main" id="{7C76F6C8-7A1B-4CE5-8898-05C6657F6841}"/>
              </a:ext>
            </a:extLst>
          </p:cNvPr>
          <p:cNvSpPr>
            <a:spLocks xmlns:a="http://schemas.openxmlformats.org/drawingml/2006/main" noGrp="1"/>
          </p:cNvSpPr>
          <p:nvPr/>
        </p:nvSpPr>
        <p:spPr>
          <a:xfrm xmlns:a="http://schemas.openxmlformats.org/drawingml/2006/main">
            <a:off x="609600" y="409575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C107"/>
                </a:solidFill>
                <a:latin typeface="Georgia"/>
                <a:ea typeface="Georgia"/>
                <a:cs typeface="Georgia"/>
              </a:defRPr>
            </a:defPPr>
            <a:lvl1pPr>
              <a:defRPr sz="2100" b="0">
                <a:solidFill>
                  <a:srgbClr val="FFC107"/>
                </a:solidFill>
                <a:latin typeface="Georgia"/>
                <a:ea typeface="Georgia"/>
                <a:cs typeface="Georgia"/>
              </a:defRPr>
            </a:lvl1pPr>
            <a:lvl2pPr>
              <a:defRPr sz="2100" b="0">
                <a:solidFill>
                  <a:srgbClr val="FFC107"/>
                </a:solidFill>
                <a:latin typeface="Georgia"/>
                <a:ea typeface="Georgia"/>
                <a:cs typeface="Georgia"/>
              </a:defRPr>
            </a:lvl2pPr>
            <a:lvl3pPr>
              <a:defRPr sz="2100" b="0">
                <a:solidFill>
                  <a:srgbClr val="FFC107"/>
                </a:solidFill>
                <a:latin typeface="Georgia"/>
                <a:ea typeface="Georgia"/>
                <a:cs typeface="Georgia"/>
              </a:defRPr>
            </a:lvl3pPr>
            <a:lvl4pPr>
              <a:defRPr sz="2100" b="0">
                <a:solidFill>
                  <a:srgbClr val="FFC107"/>
                </a:solidFill>
                <a:latin typeface="Georgia"/>
                <a:ea typeface="Georgia"/>
                <a:cs typeface="Georgia"/>
              </a:defRPr>
            </a:lvl4pPr>
            <a:lvl5pPr>
              <a:defRPr sz="2100" b="0">
                <a:solidFill>
                  <a:srgbClr val="FFC107"/>
                </a:solidFill>
                <a:latin typeface="Georgia"/>
                <a:ea typeface="Georgia"/>
                <a:cs typeface="Georgia"/>
              </a:defRPr>
            </a:lvl5pPr>
            <a:lvl6pPr>
              <a:defRPr sz="2100" b="0">
                <a:solidFill>
                  <a:srgbClr val="FFC107"/>
                </a:solidFill>
                <a:latin typeface="Georgia"/>
                <a:ea typeface="Georgia"/>
                <a:cs typeface="Georgia"/>
              </a:defRPr>
            </a:lvl6pPr>
            <a:lvl7pPr>
              <a:defRPr sz="2100" b="0">
                <a:solidFill>
                  <a:srgbClr val="FFC107"/>
                </a:solidFill>
                <a:latin typeface="Georgia"/>
                <a:ea typeface="Georgia"/>
                <a:cs typeface="Georgia"/>
              </a:defRPr>
            </a:lvl7pPr>
            <a:lvl8pPr>
              <a:defRPr sz="2100" b="0">
                <a:solidFill>
                  <a:srgbClr val="FFC107"/>
                </a:solidFill>
                <a:latin typeface="Georgia"/>
                <a:ea typeface="Georgia"/>
                <a:cs typeface="Georgia"/>
              </a:defRPr>
            </a:lvl8pPr>
            <a:lvl9pPr>
              <a:defRPr sz="2100" b="0">
                <a:solidFill>
                  <a:srgbClr val="FFC107"/>
                </a:solidFill>
                <a:latin typeface="Georgia"/>
                <a:ea typeface="Georgia"/>
                <a:cs typeface="Georgia"/>
              </a:defRPr>
            </a:lvl9pPr>
          </a:lstStyle>
          <a:p xmlns:a="http://schemas.openxmlformats.org/drawingml/2006/main">
            <a:pPr>
              <a:defRPr sz="2100" b="0">
                <a:solidFill>
                  <a:srgbClr val="FFC107"/>
                </a:solidFill>
                <a:latin typeface="Georgia"/>
                <a:ea typeface="Georgia"/>
                <a:cs typeface="Georgia"/>
              </a:defRPr>
            </a:pPr>
            <a:r>
              <a:rPr sz="2100" b="0">
                <a:solidFill>
                  <a:srgbClr val="FFC107"/>
                </a:solidFill>
                <a:latin typeface="Georgia"/>
                <a:ea typeface="Georgia"/>
                <a:cs typeface="Georgia"/>
              </a:rPr>
              <a:t>Client proof</a:t>
            </a:r>
          </a:p>
        </p:txBody>
      </p:sp>
      <p:sp>
        <p:nvSpPr>
          <p:cNvPr id="10" name="4 named testimonials; Nigeria on the map reve">
            <a:extLst xmlns:a="http://schemas.openxmlformats.org/drawingml/2006/main">
              <a:ext uri="{FF2B5EF4-FFF2-40B4-BE49-F238E27FC236}">
                <a16:creationId xmlns:a16="http://schemas.microsoft.com/office/drawing/2014/main" id="{EAE98D2C-2623-4C15-9561-0205932EFB86}"/>
              </a:ext>
            </a:extLst>
          </p:cNvPr>
          <p:cNvSpPr>
            <a:spLocks xmlns:a="http://schemas.openxmlformats.org/drawingml/2006/main" noGrp="1"/>
          </p:cNvSpPr>
          <p:nvPr/>
        </p:nvSpPr>
        <p:spPr>
          <a:xfrm xmlns:a="http://schemas.openxmlformats.org/drawingml/2006/main">
            <a:off x="609600" y="4495800"/>
            <a:ext cx="609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7F3E8"/>
                </a:solidFill>
                <a:latin typeface="Arial"/>
                <a:ea typeface="Arial"/>
                <a:cs typeface="Arial"/>
              </a:defRPr>
            </a:defPPr>
            <a:lvl1pPr>
              <a:defRPr sz="1800" b="0">
                <a:solidFill>
                  <a:srgbClr val="F7F3E8"/>
                </a:solidFill>
                <a:latin typeface="Arial"/>
                <a:ea typeface="Arial"/>
                <a:cs typeface="Arial"/>
              </a:defRPr>
            </a:lvl1pPr>
            <a:lvl2pPr>
              <a:defRPr sz="1800" b="0">
                <a:solidFill>
                  <a:srgbClr val="F7F3E8"/>
                </a:solidFill>
                <a:latin typeface="Arial"/>
                <a:ea typeface="Arial"/>
                <a:cs typeface="Arial"/>
              </a:defRPr>
            </a:lvl2pPr>
            <a:lvl3pPr>
              <a:defRPr sz="1800" b="0">
                <a:solidFill>
                  <a:srgbClr val="F7F3E8"/>
                </a:solidFill>
                <a:latin typeface="Arial"/>
                <a:ea typeface="Arial"/>
                <a:cs typeface="Arial"/>
              </a:defRPr>
            </a:lvl3pPr>
            <a:lvl4pPr>
              <a:defRPr sz="1800" b="0">
                <a:solidFill>
                  <a:srgbClr val="F7F3E8"/>
                </a:solidFill>
                <a:latin typeface="Arial"/>
                <a:ea typeface="Arial"/>
                <a:cs typeface="Arial"/>
              </a:defRPr>
            </a:lvl4pPr>
            <a:lvl5pPr>
              <a:defRPr sz="1800" b="0">
                <a:solidFill>
                  <a:srgbClr val="F7F3E8"/>
                </a:solidFill>
                <a:latin typeface="Arial"/>
                <a:ea typeface="Arial"/>
                <a:cs typeface="Arial"/>
              </a:defRPr>
            </a:lvl5pPr>
            <a:lvl6pPr>
              <a:defRPr sz="1800" b="0">
                <a:solidFill>
                  <a:srgbClr val="F7F3E8"/>
                </a:solidFill>
                <a:latin typeface="Arial"/>
                <a:ea typeface="Arial"/>
                <a:cs typeface="Arial"/>
              </a:defRPr>
            </a:lvl6pPr>
            <a:lvl7pPr>
              <a:defRPr sz="1800" b="0">
                <a:solidFill>
                  <a:srgbClr val="F7F3E8"/>
                </a:solidFill>
                <a:latin typeface="Arial"/>
                <a:ea typeface="Arial"/>
                <a:cs typeface="Arial"/>
              </a:defRPr>
            </a:lvl7pPr>
            <a:lvl8pPr>
              <a:defRPr sz="1800" b="0">
                <a:solidFill>
                  <a:srgbClr val="F7F3E8"/>
                </a:solidFill>
                <a:latin typeface="Arial"/>
                <a:ea typeface="Arial"/>
                <a:cs typeface="Arial"/>
              </a:defRPr>
            </a:lvl8pPr>
            <a:lvl9pPr>
              <a:defRPr sz="1800" b="0">
                <a:solidFill>
                  <a:srgbClr val="F7F3E8"/>
                </a:solidFill>
                <a:latin typeface="Arial"/>
                <a:ea typeface="Arial"/>
                <a:cs typeface="Arial"/>
              </a:defRPr>
            </a:lvl9pPr>
          </a:lstStyle>
          <a:p xmlns:a="http://schemas.openxmlformats.org/drawingml/2006/main">
            <a:pPr>
              <a:defRPr sz="1800" b="0">
                <a:solidFill>
                  <a:srgbClr val="F7F3E8"/>
                </a:solidFill>
                <a:latin typeface="Arial"/>
                <a:ea typeface="Arial"/>
                <a:cs typeface="Arial"/>
              </a:defRPr>
            </a:pPr>
            <a:r>
              <a:rPr sz="1800" b="0">
                <a:solidFill>
                  <a:srgbClr val="F7F3E8"/>
                </a:solidFill>
                <a:latin typeface="Arial"/>
                <a:ea typeface="Arial"/>
                <a:cs typeface="Arial"/>
              </a:rPr>
              <a:t>4 named testimonials; Nigeria on the map reveals client portraits</a:t>
            </a:r>
          </a:p>
        </p:txBody>
      </p:sp>
      <p:sp>
        <p:nvSpPr>
          <p:cNvPr id="11" name="Motion">
            <a:extLst xmlns:a="http://schemas.openxmlformats.org/drawingml/2006/main">
              <a:ext uri="{FF2B5EF4-FFF2-40B4-BE49-F238E27FC236}">
                <a16:creationId xmlns:a16="http://schemas.microsoft.com/office/drawing/2014/main" id="{CED0813B-7D2D-44A2-A05A-196ED96D87C7}"/>
              </a:ext>
            </a:extLst>
          </p:cNvPr>
          <p:cNvSpPr>
            <a:spLocks xmlns:a="http://schemas.openxmlformats.org/drawingml/2006/main" noGrp="1"/>
          </p:cNvSpPr>
          <p:nvPr/>
        </p:nvSpPr>
        <p:spPr>
          <a:xfrm xmlns:a="http://schemas.openxmlformats.org/drawingml/2006/main">
            <a:off x="609600" y="5095875"/>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C107"/>
                </a:solidFill>
                <a:latin typeface="Georgia"/>
                <a:ea typeface="Georgia"/>
                <a:cs typeface="Georgia"/>
              </a:defRPr>
            </a:defPPr>
            <a:lvl1pPr>
              <a:defRPr sz="2100" b="0">
                <a:solidFill>
                  <a:srgbClr val="FFC107"/>
                </a:solidFill>
                <a:latin typeface="Georgia"/>
                <a:ea typeface="Georgia"/>
                <a:cs typeface="Georgia"/>
              </a:defRPr>
            </a:lvl1pPr>
            <a:lvl2pPr>
              <a:defRPr sz="2100" b="0">
                <a:solidFill>
                  <a:srgbClr val="FFC107"/>
                </a:solidFill>
                <a:latin typeface="Georgia"/>
                <a:ea typeface="Georgia"/>
                <a:cs typeface="Georgia"/>
              </a:defRPr>
            </a:lvl2pPr>
            <a:lvl3pPr>
              <a:defRPr sz="2100" b="0">
                <a:solidFill>
                  <a:srgbClr val="FFC107"/>
                </a:solidFill>
                <a:latin typeface="Georgia"/>
                <a:ea typeface="Georgia"/>
                <a:cs typeface="Georgia"/>
              </a:defRPr>
            </a:lvl3pPr>
            <a:lvl4pPr>
              <a:defRPr sz="2100" b="0">
                <a:solidFill>
                  <a:srgbClr val="FFC107"/>
                </a:solidFill>
                <a:latin typeface="Georgia"/>
                <a:ea typeface="Georgia"/>
                <a:cs typeface="Georgia"/>
              </a:defRPr>
            </a:lvl4pPr>
            <a:lvl5pPr>
              <a:defRPr sz="2100" b="0">
                <a:solidFill>
                  <a:srgbClr val="FFC107"/>
                </a:solidFill>
                <a:latin typeface="Georgia"/>
                <a:ea typeface="Georgia"/>
                <a:cs typeface="Georgia"/>
              </a:defRPr>
            </a:lvl5pPr>
            <a:lvl6pPr>
              <a:defRPr sz="2100" b="0">
                <a:solidFill>
                  <a:srgbClr val="FFC107"/>
                </a:solidFill>
                <a:latin typeface="Georgia"/>
                <a:ea typeface="Georgia"/>
                <a:cs typeface="Georgia"/>
              </a:defRPr>
            </a:lvl6pPr>
            <a:lvl7pPr>
              <a:defRPr sz="2100" b="0">
                <a:solidFill>
                  <a:srgbClr val="FFC107"/>
                </a:solidFill>
                <a:latin typeface="Georgia"/>
                <a:ea typeface="Georgia"/>
                <a:cs typeface="Georgia"/>
              </a:defRPr>
            </a:lvl7pPr>
            <a:lvl8pPr>
              <a:defRPr sz="2100" b="0">
                <a:solidFill>
                  <a:srgbClr val="FFC107"/>
                </a:solidFill>
                <a:latin typeface="Georgia"/>
                <a:ea typeface="Georgia"/>
                <a:cs typeface="Georgia"/>
              </a:defRPr>
            </a:lvl8pPr>
            <a:lvl9pPr>
              <a:defRPr sz="2100" b="0">
                <a:solidFill>
                  <a:srgbClr val="FFC107"/>
                </a:solidFill>
                <a:latin typeface="Georgia"/>
                <a:ea typeface="Georgia"/>
                <a:cs typeface="Georgia"/>
              </a:defRPr>
            </a:lvl9pPr>
          </a:lstStyle>
          <a:p xmlns:a="http://schemas.openxmlformats.org/drawingml/2006/main">
            <a:pPr>
              <a:defRPr sz="2100" b="0">
                <a:solidFill>
                  <a:srgbClr val="FFC107"/>
                </a:solidFill>
                <a:latin typeface="Georgia"/>
                <a:ea typeface="Georgia"/>
                <a:cs typeface="Georgia"/>
              </a:defRPr>
            </a:pPr>
            <a:r>
              <a:rPr sz="2100" b="0">
                <a:solidFill>
                  <a:srgbClr val="FFC107"/>
                </a:solidFill>
                <a:latin typeface="Georgia"/>
                <a:ea typeface="Georgia"/>
                <a:cs typeface="Georgia"/>
              </a:rPr>
              <a:t>Motion</a:t>
            </a:r>
          </a:p>
        </p:txBody>
      </p:sp>
      <p:sp>
        <p:nvSpPr>
          <p:cNvPr id="12" name="Typing headline, replaying counters and scrol">
            <a:extLst xmlns:a="http://schemas.openxmlformats.org/drawingml/2006/main">
              <a:ext uri="{FF2B5EF4-FFF2-40B4-BE49-F238E27FC236}">
                <a16:creationId xmlns:a16="http://schemas.microsoft.com/office/drawing/2014/main" id="{CB177A67-4836-4F33-802E-930DD3140B1E}"/>
              </a:ext>
            </a:extLst>
          </p:cNvPr>
          <p:cNvSpPr>
            <a:spLocks xmlns:a="http://schemas.openxmlformats.org/drawingml/2006/main" noGrp="1"/>
          </p:cNvSpPr>
          <p:nvPr/>
        </p:nvSpPr>
        <p:spPr>
          <a:xfrm xmlns:a="http://schemas.openxmlformats.org/drawingml/2006/main">
            <a:off x="609600" y="5495925"/>
            <a:ext cx="609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7F3E8"/>
                </a:solidFill>
                <a:latin typeface="Arial"/>
                <a:ea typeface="Arial"/>
                <a:cs typeface="Arial"/>
              </a:defRPr>
            </a:defPPr>
            <a:lvl1pPr>
              <a:defRPr sz="1800" b="0">
                <a:solidFill>
                  <a:srgbClr val="F7F3E8"/>
                </a:solidFill>
                <a:latin typeface="Arial"/>
                <a:ea typeface="Arial"/>
                <a:cs typeface="Arial"/>
              </a:defRPr>
            </a:lvl1pPr>
            <a:lvl2pPr>
              <a:defRPr sz="1800" b="0">
                <a:solidFill>
                  <a:srgbClr val="F7F3E8"/>
                </a:solidFill>
                <a:latin typeface="Arial"/>
                <a:ea typeface="Arial"/>
                <a:cs typeface="Arial"/>
              </a:defRPr>
            </a:lvl2pPr>
            <a:lvl3pPr>
              <a:defRPr sz="1800" b="0">
                <a:solidFill>
                  <a:srgbClr val="F7F3E8"/>
                </a:solidFill>
                <a:latin typeface="Arial"/>
                <a:ea typeface="Arial"/>
                <a:cs typeface="Arial"/>
              </a:defRPr>
            </a:lvl3pPr>
            <a:lvl4pPr>
              <a:defRPr sz="1800" b="0">
                <a:solidFill>
                  <a:srgbClr val="F7F3E8"/>
                </a:solidFill>
                <a:latin typeface="Arial"/>
                <a:ea typeface="Arial"/>
                <a:cs typeface="Arial"/>
              </a:defRPr>
            </a:lvl4pPr>
            <a:lvl5pPr>
              <a:defRPr sz="1800" b="0">
                <a:solidFill>
                  <a:srgbClr val="F7F3E8"/>
                </a:solidFill>
                <a:latin typeface="Arial"/>
                <a:ea typeface="Arial"/>
                <a:cs typeface="Arial"/>
              </a:defRPr>
            </a:lvl5pPr>
            <a:lvl6pPr>
              <a:defRPr sz="1800" b="0">
                <a:solidFill>
                  <a:srgbClr val="F7F3E8"/>
                </a:solidFill>
                <a:latin typeface="Arial"/>
                <a:ea typeface="Arial"/>
                <a:cs typeface="Arial"/>
              </a:defRPr>
            </a:lvl6pPr>
            <a:lvl7pPr>
              <a:defRPr sz="1800" b="0">
                <a:solidFill>
                  <a:srgbClr val="F7F3E8"/>
                </a:solidFill>
                <a:latin typeface="Arial"/>
                <a:ea typeface="Arial"/>
                <a:cs typeface="Arial"/>
              </a:defRPr>
            </a:lvl7pPr>
            <a:lvl8pPr>
              <a:defRPr sz="1800" b="0">
                <a:solidFill>
                  <a:srgbClr val="F7F3E8"/>
                </a:solidFill>
                <a:latin typeface="Arial"/>
                <a:ea typeface="Arial"/>
                <a:cs typeface="Arial"/>
              </a:defRPr>
            </a:lvl8pPr>
            <a:lvl9pPr>
              <a:defRPr sz="1800" b="0">
                <a:solidFill>
                  <a:srgbClr val="F7F3E8"/>
                </a:solidFill>
                <a:latin typeface="Arial"/>
                <a:ea typeface="Arial"/>
                <a:cs typeface="Arial"/>
              </a:defRPr>
            </a:lvl9pPr>
          </a:lstStyle>
          <a:p xmlns:a="http://schemas.openxmlformats.org/drawingml/2006/main">
            <a:pPr>
              <a:defRPr sz="1800" b="0">
                <a:solidFill>
                  <a:srgbClr val="F7F3E8"/>
                </a:solidFill>
                <a:latin typeface="Arial"/>
                <a:ea typeface="Arial"/>
                <a:cs typeface="Arial"/>
              </a:defRPr>
            </a:pPr>
            <a:r>
              <a:rPr sz="1800" b="0">
                <a:solidFill>
                  <a:srgbClr val="F7F3E8"/>
                </a:solidFill>
                <a:latin typeface="Arial"/>
                <a:ea typeface="Arial"/>
                <a:cs typeface="Arial"/>
              </a:rPr>
              <a:t>Typing headline, replaying counters and scroll entrances</a:t>
            </a:r>
          </a:p>
        </p:txBody>
      </p:sp>
    </p:spTree>
    <p:extLst>
      <p:ext uri="{BB962C8B-B14F-4D97-AF65-F5344CB8AC3E}">
        <p14:creationId xmlns:p14="http://schemas.microsoft.com/office/powerpoint/2010/main" val="807332681"/>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9" name="EBA  /  WEBSITE UPDATE">
            <a:extLst xmlns:a="http://schemas.openxmlformats.org/drawingml/2006/main">
              <a:ext uri="{FF2B5EF4-FFF2-40B4-BE49-F238E27FC236}">
                <a16:creationId xmlns:a16="http://schemas.microsoft.com/office/drawing/2014/main" id="{08CD22AC-58B3-4247-8956-D9D4EE5FD7A9}"/>
              </a:ext>
            </a:extLst>
          </p:cNvPr>
          <p:cNvSpPr>
            <a:spLocks xmlns:a="http://schemas.openxmlformats.org/drawingml/2006/main" noGrp="1"/>
          </p:cNvSpPr>
          <p:nvPr/>
        </p:nvSpPr>
        <p:spPr>
          <a:xfrm xmlns:a="http://schemas.openxmlformats.org/drawingml/2006/main">
            <a:off x="609600" y="33337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3695C"/>
                </a:solidFill>
                <a:latin typeface="Arial"/>
                <a:ea typeface="Arial"/>
                <a:cs typeface="Arial"/>
              </a:defRPr>
            </a:defPPr>
            <a:lvl1pPr>
              <a:defRPr sz="1125" b="1">
                <a:solidFill>
                  <a:srgbClr val="53695C"/>
                </a:solidFill>
                <a:latin typeface="Arial"/>
                <a:ea typeface="Arial"/>
                <a:cs typeface="Arial"/>
              </a:defRPr>
            </a:lvl1pPr>
            <a:lvl2pPr>
              <a:defRPr sz="1125" b="1">
                <a:solidFill>
                  <a:srgbClr val="53695C"/>
                </a:solidFill>
                <a:latin typeface="Arial"/>
                <a:ea typeface="Arial"/>
                <a:cs typeface="Arial"/>
              </a:defRPr>
            </a:lvl2pPr>
            <a:lvl3pPr>
              <a:defRPr sz="1125" b="1">
                <a:solidFill>
                  <a:srgbClr val="53695C"/>
                </a:solidFill>
                <a:latin typeface="Arial"/>
                <a:ea typeface="Arial"/>
                <a:cs typeface="Arial"/>
              </a:defRPr>
            </a:lvl3pPr>
            <a:lvl4pPr>
              <a:defRPr sz="1125" b="1">
                <a:solidFill>
                  <a:srgbClr val="53695C"/>
                </a:solidFill>
                <a:latin typeface="Arial"/>
                <a:ea typeface="Arial"/>
                <a:cs typeface="Arial"/>
              </a:defRPr>
            </a:lvl4pPr>
            <a:lvl5pPr>
              <a:defRPr sz="1125" b="1">
                <a:solidFill>
                  <a:srgbClr val="53695C"/>
                </a:solidFill>
                <a:latin typeface="Arial"/>
                <a:ea typeface="Arial"/>
                <a:cs typeface="Arial"/>
              </a:defRPr>
            </a:lvl5pPr>
            <a:lvl6pPr>
              <a:defRPr sz="1125" b="1">
                <a:solidFill>
                  <a:srgbClr val="53695C"/>
                </a:solidFill>
                <a:latin typeface="Arial"/>
                <a:ea typeface="Arial"/>
                <a:cs typeface="Arial"/>
              </a:defRPr>
            </a:lvl6pPr>
            <a:lvl7pPr>
              <a:defRPr sz="1125" b="1">
                <a:solidFill>
                  <a:srgbClr val="53695C"/>
                </a:solidFill>
                <a:latin typeface="Arial"/>
                <a:ea typeface="Arial"/>
                <a:cs typeface="Arial"/>
              </a:defRPr>
            </a:lvl7pPr>
            <a:lvl8pPr>
              <a:defRPr sz="1125" b="1">
                <a:solidFill>
                  <a:srgbClr val="53695C"/>
                </a:solidFill>
                <a:latin typeface="Arial"/>
                <a:ea typeface="Arial"/>
                <a:cs typeface="Arial"/>
              </a:defRPr>
            </a:lvl8pPr>
            <a:lvl9pPr>
              <a:defRPr sz="1125" b="1">
                <a:solidFill>
                  <a:srgbClr val="53695C"/>
                </a:solidFill>
                <a:latin typeface="Arial"/>
                <a:ea typeface="Arial"/>
                <a:cs typeface="Arial"/>
              </a:defRPr>
            </a:lvl9pPr>
          </a:lstStyle>
          <a:p xmlns:a="http://schemas.openxmlformats.org/drawingml/2006/main">
            <a:pPr>
              <a:defRPr sz="1125" b="1">
                <a:solidFill>
                  <a:srgbClr val="53695C"/>
                </a:solidFill>
                <a:latin typeface="Arial"/>
                <a:ea typeface="Arial"/>
                <a:cs typeface="Arial"/>
              </a:defRPr>
            </a:pPr>
            <a:r>
              <a:rPr sz="1125" b="1">
                <a:solidFill>
                  <a:srgbClr val="53695C"/>
                </a:solidFill>
                <a:latin typeface="Arial"/>
                <a:ea typeface="Arial"/>
                <a:cs typeface="Arial"/>
              </a:rPr>
              <a:t>EBA  /  WEBSITE UPDATE</a:t>
            </a:r>
          </a:p>
        </p:txBody>
      </p:sp>
      <p:sp>
        <p:nvSpPr>
          <p:cNvPr id="2" name="05">
            <a:extLst xmlns:a="http://schemas.openxmlformats.org/drawingml/2006/main">
              <a:ext uri="{FF2B5EF4-FFF2-40B4-BE49-F238E27FC236}">
                <a16:creationId xmlns:a16="http://schemas.microsoft.com/office/drawing/2014/main" id="{B9633A89-3994-4072-87EE-636C61A4A2A6}"/>
              </a:ext>
            </a:extLst>
          </p:cNvPr>
          <p:cNvSpPr>
            <a:spLocks xmlns:a="http://schemas.openxmlformats.org/drawingml/2006/main" noGrp="1"/>
          </p:cNvSpPr>
          <p:nvPr/>
        </p:nvSpPr>
        <p:spPr>
          <a:xfrm xmlns:a="http://schemas.openxmlformats.org/drawingml/2006/main">
            <a:off x="11096625" y="333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95C"/>
                </a:solidFill>
                <a:latin typeface="Arial"/>
                <a:ea typeface="Arial"/>
                <a:cs typeface="Arial"/>
              </a:defRPr>
            </a:defPPr>
            <a:lvl1pPr>
              <a:defRPr sz="1125" b="0">
                <a:solidFill>
                  <a:srgbClr val="53695C"/>
                </a:solidFill>
                <a:latin typeface="Arial"/>
                <a:ea typeface="Arial"/>
                <a:cs typeface="Arial"/>
              </a:defRPr>
            </a:lvl1pPr>
            <a:lvl2pPr>
              <a:defRPr sz="1125" b="0">
                <a:solidFill>
                  <a:srgbClr val="53695C"/>
                </a:solidFill>
                <a:latin typeface="Arial"/>
                <a:ea typeface="Arial"/>
                <a:cs typeface="Arial"/>
              </a:defRPr>
            </a:lvl2pPr>
            <a:lvl3pPr>
              <a:defRPr sz="1125" b="0">
                <a:solidFill>
                  <a:srgbClr val="53695C"/>
                </a:solidFill>
                <a:latin typeface="Arial"/>
                <a:ea typeface="Arial"/>
                <a:cs typeface="Arial"/>
              </a:defRPr>
            </a:lvl3pPr>
            <a:lvl4pPr>
              <a:defRPr sz="1125" b="0">
                <a:solidFill>
                  <a:srgbClr val="53695C"/>
                </a:solidFill>
                <a:latin typeface="Arial"/>
                <a:ea typeface="Arial"/>
                <a:cs typeface="Arial"/>
              </a:defRPr>
            </a:lvl4pPr>
            <a:lvl5pPr>
              <a:defRPr sz="1125" b="0">
                <a:solidFill>
                  <a:srgbClr val="53695C"/>
                </a:solidFill>
                <a:latin typeface="Arial"/>
                <a:ea typeface="Arial"/>
                <a:cs typeface="Arial"/>
              </a:defRPr>
            </a:lvl5pPr>
            <a:lvl6pPr>
              <a:defRPr sz="1125" b="0">
                <a:solidFill>
                  <a:srgbClr val="53695C"/>
                </a:solidFill>
                <a:latin typeface="Arial"/>
                <a:ea typeface="Arial"/>
                <a:cs typeface="Arial"/>
              </a:defRPr>
            </a:lvl6pPr>
            <a:lvl7pPr>
              <a:defRPr sz="1125" b="0">
                <a:solidFill>
                  <a:srgbClr val="53695C"/>
                </a:solidFill>
                <a:latin typeface="Arial"/>
                <a:ea typeface="Arial"/>
                <a:cs typeface="Arial"/>
              </a:defRPr>
            </a:lvl7pPr>
            <a:lvl8pPr>
              <a:defRPr sz="1125" b="0">
                <a:solidFill>
                  <a:srgbClr val="53695C"/>
                </a:solidFill>
                <a:latin typeface="Arial"/>
                <a:ea typeface="Arial"/>
                <a:cs typeface="Arial"/>
              </a:defRPr>
            </a:lvl8pPr>
            <a:lvl9pPr>
              <a:defRPr sz="1125" b="0">
                <a:solidFill>
                  <a:srgbClr val="53695C"/>
                </a:solidFill>
                <a:latin typeface="Arial"/>
                <a:ea typeface="Arial"/>
                <a:cs typeface="Arial"/>
              </a:defRPr>
            </a:lvl9pPr>
          </a:lstStyle>
          <a:p xmlns:a="http://schemas.openxmlformats.org/drawingml/2006/main">
            <a:pPr>
              <a:defRPr sz="1125" b="0">
                <a:solidFill>
                  <a:srgbClr val="53695C"/>
                </a:solidFill>
                <a:latin typeface="Arial"/>
                <a:ea typeface="Arial"/>
                <a:cs typeface="Arial"/>
              </a:defRPr>
            </a:pPr>
            <a:r>
              <a:rPr sz="1125" b="0">
                <a:solidFill>
                  <a:srgbClr val="53695C"/>
                </a:solidFill>
                <a:latin typeface="Arial"/>
                <a:ea typeface="Arial"/>
                <a:cs typeface="Arial"/>
              </a:rPr>
              <a:t>05</a:t>
            </a:r>
          </a:p>
        </p:txBody>
      </p:sp>
      <p:sp>
        <p:nvSpPr>
          <p:cNvPr id="3" name="Mobile, tablet and desktop checks">
            <a:extLst xmlns:a="http://schemas.openxmlformats.org/drawingml/2006/main">
              <a:ext uri="{FF2B5EF4-FFF2-40B4-BE49-F238E27FC236}">
                <a16:creationId xmlns:a16="http://schemas.microsoft.com/office/drawing/2014/main" id="{7697838E-619A-46C4-80A1-BA8F3E85068E}"/>
              </a:ext>
            </a:extLst>
          </p:cNvPr>
          <p:cNvSpPr>
            <a:spLocks xmlns:a="http://schemas.openxmlformats.org/drawingml/2006/main" noGrp="1"/>
          </p:cNvSpPr>
          <p:nvPr/>
        </p:nvSpPr>
        <p:spPr>
          <a:xfrm xmlns:a="http://schemas.openxmlformats.org/drawingml/2006/main">
            <a:off x="609600" y="904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073F30"/>
                </a:solidFill>
                <a:latin typeface="Georgia"/>
                <a:ea typeface="Georgia"/>
                <a:cs typeface="Georgia"/>
              </a:defRPr>
            </a:defPPr>
            <a:lvl1pPr>
              <a:defRPr sz="3450" b="0">
                <a:solidFill>
                  <a:srgbClr val="073F30"/>
                </a:solidFill>
                <a:latin typeface="Georgia"/>
                <a:ea typeface="Georgia"/>
                <a:cs typeface="Georgia"/>
              </a:defRPr>
            </a:lvl1pPr>
            <a:lvl2pPr>
              <a:defRPr sz="3450" b="0">
                <a:solidFill>
                  <a:srgbClr val="073F30"/>
                </a:solidFill>
                <a:latin typeface="Georgia"/>
                <a:ea typeface="Georgia"/>
                <a:cs typeface="Georgia"/>
              </a:defRPr>
            </a:lvl2pPr>
            <a:lvl3pPr>
              <a:defRPr sz="3450" b="0">
                <a:solidFill>
                  <a:srgbClr val="073F30"/>
                </a:solidFill>
                <a:latin typeface="Georgia"/>
                <a:ea typeface="Georgia"/>
                <a:cs typeface="Georgia"/>
              </a:defRPr>
            </a:lvl3pPr>
            <a:lvl4pPr>
              <a:defRPr sz="3450" b="0">
                <a:solidFill>
                  <a:srgbClr val="073F30"/>
                </a:solidFill>
                <a:latin typeface="Georgia"/>
                <a:ea typeface="Georgia"/>
                <a:cs typeface="Georgia"/>
              </a:defRPr>
            </a:lvl4pPr>
            <a:lvl5pPr>
              <a:defRPr sz="3450" b="0">
                <a:solidFill>
                  <a:srgbClr val="073F30"/>
                </a:solidFill>
                <a:latin typeface="Georgia"/>
                <a:ea typeface="Georgia"/>
                <a:cs typeface="Georgia"/>
              </a:defRPr>
            </a:lvl5pPr>
            <a:lvl6pPr>
              <a:defRPr sz="3450" b="0">
                <a:solidFill>
                  <a:srgbClr val="073F30"/>
                </a:solidFill>
                <a:latin typeface="Georgia"/>
                <a:ea typeface="Georgia"/>
                <a:cs typeface="Georgia"/>
              </a:defRPr>
            </a:lvl6pPr>
            <a:lvl7pPr>
              <a:defRPr sz="3450" b="0">
                <a:solidFill>
                  <a:srgbClr val="073F30"/>
                </a:solidFill>
                <a:latin typeface="Georgia"/>
                <a:ea typeface="Georgia"/>
                <a:cs typeface="Georgia"/>
              </a:defRPr>
            </a:lvl7pPr>
            <a:lvl8pPr>
              <a:defRPr sz="3450" b="0">
                <a:solidFill>
                  <a:srgbClr val="073F30"/>
                </a:solidFill>
                <a:latin typeface="Georgia"/>
                <a:ea typeface="Georgia"/>
                <a:cs typeface="Georgia"/>
              </a:defRPr>
            </a:lvl8pPr>
            <a:lvl9pPr>
              <a:defRPr sz="3450" b="0">
                <a:solidFill>
                  <a:srgbClr val="073F30"/>
                </a:solidFill>
                <a:latin typeface="Georgia"/>
                <a:ea typeface="Georgia"/>
                <a:cs typeface="Georgia"/>
              </a:defRPr>
            </a:lvl9pPr>
          </a:lstStyle>
          <a:p xmlns:a="http://schemas.openxmlformats.org/drawingml/2006/main">
            <a:pPr>
              <a:defRPr sz="3450" b="0">
                <a:solidFill>
                  <a:srgbClr val="073F30"/>
                </a:solidFill>
                <a:latin typeface="Georgia"/>
                <a:ea typeface="Georgia"/>
                <a:cs typeface="Georgia"/>
              </a:defRPr>
            </a:pPr>
            <a:r>
              <a:rPr sz="3450" b="0">
                <a:solidFill>
                  <a:srgbClr val="073F30"/>
                </a:solidFill>
                <a:latin typeface="Georgia"/>
                <a:ea typeface="Georgia"/>
                <a:cs typeface="Georgia"/>
              </a:rPr>
              <a:t>Mobile, tablet and desktop checks</a:t>
            </a:r>
          </a:p>
        </p:txBody>
      </p:sp>
      <p:pic>
        <p:nvPicPr>
          <p:cNvPr id="4" name="">
            <a:extLst xmlns:a="http://schemas.openxmlformats.org/drawingml/2006/main">
              <a:ext uri="{FF2B5EF4-FFF2-40B4-BE49-F238E27FC236}">
                <a16:creationId xmlns:a16="http://schemas.microsoft.com/office/drawing/2014/main" id="{9FA4882C-86B9-44DD-8F1F-4FF358B8C006}"/>
              </a:ext>
            </a:extLst>
          </p:cNvPr>
          <p:cNvPicPr>
            <a:picLocks xmlns:a="http://schemas.openxmlformats.org/drawingml/2006/main" noChangeAspect="1"/>
          </p:cNvPicPr>
          <p:nvPr/>
        </p:nvPicPr>
        <p:blipFill>
          <a:blip xmlns:r="http://schemas.openxmlformats.org/officeDocument/2006/relationships" xmlns:a="http://schemas.openxmlformats.org/drawingml/2006/main" r:embed="R354a0cc9a89f4b5c"/>
          <a:stretch xmlns:a="http://schemas.openxmlformats.org/drawingml/2006/main"/>
        </p:blipFill>
        <p:spPr>
          <a:xfrm xmlns:a="http://schemas.openxmlformats.org/drawingml/2006/main">
            <a:off x="777709" y="1809750"/>
            <a:ext cx="2025981" cy="4572000"/>
          </a:xfrm>
          <a:prstGeom xmlns:a="http://schemas.openxmlformats.org/drawingml/2006/main" prst="rect">
            <a:avLst/>
          </a:prstGeom>
        </p:spPr>
      </p:pic>
      <p:sp>
        <p:nvSpPr>
          <p:cNvPr id="5" name="320 · 390 · 768 · 1024 · 1440 px">
            <a:extLst xmlns:a="http://schemas.openxmlformats.org/drawingml/2006/main">
              <a:ext uri="{FF2B5EF4-FFF2-40B4-BE49-F238E27FC236}">
                <a16:creationId xmlns:a16="http://schemas.microsoft.com/office/drawing/2014/main" id="{6464A45C-27E7-4A53-9939-FEB3557BA49A}"/>
              </a:ext>
            </a:extLst>
          </p:cNvPr>
          <p:cNvSpPr>
            <a:spLocks xmlns:a="http://schemas.openxmlformats.org/drawingml/2006/main" noGrp="1"/>
          </p:cNvSpPr>
          <p:nvPr/>
        </p:nvSpPr>
        <p:spPr>
          <a:xfrm xmlns:a="http://schemas.openxmlformats.org/drawingml/2006/main">
            <a:off x="3524250" y="20002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073F30"/>
                </a:solidFill>
                <a:latin typeface="Georgia"/>
                <a:ea typeface="Georgia"/>
                <a:cs typeface="Georgia"/>
              </a:defRPr>
            </a:defPPr>
            <a:lvl1pPr>
              <a:defRPr sz="2550" b="0">
                <a:solidFill>
                  <a:srgbClr val="073F30"/>
                </a:solidFill>
                <a:latin typeface="Georgia"/>
                <a:ea typeface="Georgia"/>
                <a:cs typeface="Georgia"/>
              </a:defRPr>
            </a:lvl1pPr>
            <a:lvl2pPr>
              <a:defRPr sz="2550" b="0">
                <a:solidFill>
                  <a:srgbClr val="073F30"/>
                </a:solidFill>
                <a:latin typeface="Georgia"/>
                <a:ea typeface="Georgia"/>
                <a:cs typeface="Georgia"/>
              </a:defRPr>
            </a:lvl2pPr>
            <a:lvl3pPr>
              <a:defRPr sz="2550" b="0">
                <a:solidFill>
                  <a:srgbClr val="073F30"/>
                </a:solidFill>
                <a:latin typeface="Georgia"/>
                <a:ea typeface="Georgia"/>
                <a:cs typeface="Georgia"/>
              </a:defRPr>
            </a:lvl3pPr>
            <a:lvl4pPr>
              <a:defRPr sz="2550" b="0">
                <a:solidFill>
                  <a:srgbClr val="073F30"/>
                </a:solidFill>
                <a:latin typeface="Georgia"/>
                <a:ea typeface="Georgia"/>
                <a:cs typeface="Georgia"/>
              </a:defRPr>
            </a:lvl4pPr>
            <a:lvl5pPr>
              <a:defRPr sz="2550" b="0">
                <a:solidFill>
                  <a:srgbClr val="073F30"/>
                </a:solidFill>
                <a:latin typeface="Georgia"/>
                <a:ea typeface="Georgia"/>
                <a:cs typeface="Georgia"/>
              </a:defRPr>
            </a:lvl5pPr>
            <a:lvl6pPr>
              <a:defRPr sz="2550" b="0">
                <a:solidFill>
                  <a:srgbClr val="073F30"/>
                </a:solidFill>
                <a:latin typeface="Georgia"/>
                <a:ea typeface="Georgia"/>
                <a:cs typeface="Georgia"/>
              </a:defRPr>
            </a:lvl6pPr>
            <a:lvl7pPr>
              <a:defRPr sz="2550" b="0">
                <a:solidFill>
                  <a:srgbClr val="073F30"/>
                </a:solidFill>
                <a:latin typeface="Georgia"/>
                <a:ea typeface="Georgia"/>
                <a:cs typeface="Georgia"/>
              </a:defRPr>
            </a:lvl7pPr>
            <a:lvl8pPr>
              <a:defRPr sz="2550" b="0">
                <a:solidFill>
                  <a:srgbClr val="073F30"/>
                </a:solidFill>
                <a:latin typeface="Georgia"/>
                <a:ea typeface="Georgia"/>
                <a:cs typeface="Georgia"/>
              </a:defRPr>
            </a:lvl8pPr>
            <a:lvl9pPr>
              <a:defRPr sz="2550" b="0">
                <a:solidFill>
                  <a:srgbClr val="073F30"/>
                </a:solidFill>
                <a:latin typeface="Georgia"/>
                <a:ea typeface="Georgia"/>
                <a:cs typeface="Georgia"/>
              </a:defRPr>
            </a:lvl9pPr>
          </a:lstStyle>
          <a:p xmlns:a="http://schemas.openxmlformats.org/drawingml/2006/main">
            <a:pPr>
              <a:defRPr sz="2550" b="0">
                <a:solidFill>
                  <a:srgbClr val="073F30"/>
                </a:solidFill>
                <a:latin typeface="Georgia"/>
                <a:ea typeface="Georgia"/>
                <a:cs typeface="Georgia"/>
              </a:defRPr>
            </a:pPr>
            <a:r>
              <a:rPr sz="2550" b="0">
                <a:solidFill>
                  <a:srgbClr val="073F30"/>
                </a:solidFill>
                <a:latin typeface="Georgia"/>
                <a:ea typeface="Georgia"/>
                <a:cs typeface="Georgia"/>
              </a:rPr>
              <a:t>320 · 390 · 768 · 1024 · 1440 px</a:t>
            </a:r>
          </a:p>
        </p:txBody>
      </p:sp>
      <p:sp>
        <p:nvSpPr>
          <p:cNvPr id="6" name="Checked across main pages and detail template">
            <a:extLst xmlns:a="http://schemas.openxmlformats.org/drawingml/2006/main">
              <a:ext uri="{FF2B5EF4-FFF2-40B4-BE49-F238E27FC236}">
                <a16:creationId xmlns:a16="http://schemas.microsoft.com/office/drawing/2014/main" id="{17881902-0EC7-4BE6-B307-FFAFABE67411}"/>
              </a:ext>
            </a:extLst>
          </p:cNvPr>
          <p:cNvSpPr>
            <a:spLocks xmlns:a="http://schemas.openxmlformats.org/drawingml/2006/main" noGrp="1"/>
          </p:cNvSpPr>
          <p:nvPr/>
        </p:nvSpPr>
        <p:spPr>
          <a:xfrm xmlns:a="http://schemas.openxmlformats.org/drawingml/2006/main">
            <a:off x="3524250" y="2743200"/>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73F30"/>
                </a:solidFill>
                <a:latin typeface="Arial"/>
                <a:ea typeface="Arial"/>
                <a:cs typeface="Arial"/>
              </a:defRPr>
            </a:defPPr>
            <a:lvl1pPr>
              <a:defRPr sz="1950" b="1">
                <a:solidFill>
                  <a:srgbClr val="073F30"/>
                </a:solidFill>
                <a:latin typeface="Arial"/>
                <a:ea typeface="Arial"/>
                <a:cs typeface="Arial"/>
              </a:defRPr>
            </a:lvl1pPr>
            <a:lvl2pPr>
              <a:defRPr sz="1950" b="1">
                <a:solidFill>
                  <a:srgbClr val="073F30"/>
                </a:solidFill>
                <a:latin typeface="Arial"/>
                <a:ea typeface="Arial"/>
                <a:cs typeface="Arial"/>
              </a:defRPr>
            </a:lvl2pPr>
            <a:lvl3pPr>
              <a:defRPr sz="1950" b="1">
                <a:solidFill>
                  <a:srgbClr val="073F30"/>
                </a:solidFill>
                <a:latin typeface="Arial"/>
                <a:ea typeface="Arial"/>
                <a:cs typeface="Arial"/>
              </a:defRPr>
            </a:lvl3pPr>
            <a:lvl4pPr>
              <a:defRPr sz="1950" b="1">
                <a:solidFill>
                  <a:srgbClr val="073F30"/>
                </a:solidFill>
                <a:latin typeface="Arial"/>
                <a:ea typeface="Arial"/>
                <a:cs typeface="Arial"/>
              </a:defRPr>
            </a:lvl4pPr>
            <a:lvl5pPr>
              <a:defRPr sz="1950" b="1">
                <a:solidFill>
                  <a:srgbClr val="073F30"/>
                </a:solidFill>
                <a:latin typeface="Arial"/>
                <a:ea typeface="Arial"/>
                <a:cs typeface="Arial"/>
              </a:defRPr>
            </a:lvl5pPr>
            <a:lvl6pPr>
              <a:defRPr sz="1950" b="1">
                <a:solidFill>
                  <a:srgbClr val="073F30"/>
                </a:solidFill>
                <a:latin typeface="Arial"/>
                <a:ea typeface="Arial"/>
                <a:cs typeface="Arial"/>
              </a:defRPr>
            </a:lvl6pPr>
            <a:lvl7pPr>
              <a:defRPr sz="1950" b="1">
                <a:solidFill>
                  <a:srgbClr val="073F30"/>
                </a:solidFill>
                <a:latin typeface="Arial"/>
                <a:ea typeface="Arial"/>
                <a:cs typeface="Arial"/>
              </a:defRPr>
            </a:lvl7pPr>
            <a:lvl8pPr>
              <a:defRPr sz="1950" b="1">
                <a:solidFill>
                  <a:srgbClr val="073F30"/>
                </a:solidFill>
                <a:latin typeface="Arial"/>
                <a:ea typeface="Arial"/>
                <a:cs typeface="Arial"/>
              </a:defRPr>
            </a:lvl8pPr>
            <a:lvl9pPr>
              <a:defRPr sz="1950" b="1">
                <a:solidFill>
                  <a:srgbClr val="073F30"/>
                </a:solidFill>
                <a:latin typeface="Arial"/>
                <a:ea typeface="Arial"/>
                <a:cs typeface="Arial"/>
              </a:defRPr>
            </a:lvl9pPr>
          </a:lstStyle>
          <a:p xmlns:a="http://schemas.openxmlformats.org/drawingml/2006/main">
            <a:pPr>
              <a:defRPr sz="1950" b="1">
                <a:solidFill>
                  <a:srgbClr val="073F30"/>
                </a:solidFill>
                <a:latin typeface="Arial"/>
                <a:ea typeface="Arial"/>
                <a:cs typeface="Arial"/>
              </a:defRPr>
            </a:pPr>
            <a:r>
              <a:rPr sz="1950" b="1">
                <a:solidFill>
                  <a:srgbClr val="073F30"/>
                </a:solidFill>
                <a:latin typeface="Arial"/>
                <a:ea typeface="Arial"/>
                <a:cs typeface="Arial"/>
              </a:rPr>
              <a:t>Checked across main pages and detail templates</a:t>
            </a:r>
          </a:p>
        </p:txBody>
      </p:sp>
      <p:sp>
        <p:nvSpPr>
          <p:cNvPr id="7" name="Fixed narrow-phone navbar spacing and FAQ sid">
            <a:extLst xmlns:a="http://schemas.openxmlformats.org/drawingml/2006/main">
              <a:ext uri="{FF2B5EF4-FFF2-40B4-BE49-F238E27FC236}">
                <a16:creationId xmlns:a16="http://schemas.microsoft.com/office/drawing/2014/main" id="{1DDC70B0-E8BB-4C17-B9EC-EF577F66BDF6}"/>
              </a:ext>
            </a:extLst>
          </p:cNvPr>
          <p:cNvSpPr>
            <a:spLocks xmlns:a="http://schemas.openxmlformats.org/drawingml/2006/main" noGrp="1"/>
          </p:cNvSpPr>
          <p:nvPr/>
        </p:nvSpPr>
        <p:spPr>
          <a:xfrm xmlns:a="http://schemas.openxmlformats.org/drawingml/2006/main">
            <a:off x="3524250" y="3390900"/>
            <a:ext cx="7620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95C"/>
                </a:solidFill>
                <a:latin typeface="Arial"/>
                <a:ea typeface="Arial"/>
                <a:cs typeface="Arial"/>
              </a:defRPr>
            </a:defPPr>
            <a:lvl1pPr>
              <a:defRPr sz="1875" b="0">
                <a:solidFill>
                  <a:srgbClr val="53695C"/>
                </a:solidFill>
                <a:latin typeface="Arial"/>
                <a:ea typeface="Arial"/>
                <a:cs typeface="Arial"/>
              </a:defRPr>
            </a:lvl1pPr>
            <a:lvl2pPr>
              <a:defRPr sz="1875" b="0">
                <a:solidFill>
                  <a:srgbClr val="53695C"/>
                </a:solidFill>
                <a:latin typeface="Arial"/>
                <a:ea typeface="Arial"/>
                <a:cs typeface="Arial"/>
              </a:defRPr>
            </a:lvl2pPr>
            <a:lvl3pPr>
              <a:defRPr sz="1875" b="0">
                <a:solidFill>
                  <a:srgbClr val="53695C"/>
                </a:solidFill>
                <a:latin typeface="Arial"/>
                <a:ea typeface="Arial"/>
                <a:cs typeface="Arial"/>
              </a:defRPr>
            </a:lvl3pPr>
            <a:lvl4pPr>
              <a:defRPr sz="1875" b="0">
                <a:solidFill>
                  <a:srgbClr val="53695C"/>
                </a:solidFill>
                <a:latin typeface="Arial"/>
                <a:ea typeface="Arial"/>
                <a:cs typeface="Arial"/>
              </a:defRPr>
            </a:lvl4pPr>
            <a:lvl5pPr>
              <a:defRPr sz="1875" b="0">
                <a:solidFill>
                  <a:srgbClr val="53695C"/>
                </a:solidFill>
                <a:latin typeface="Arial"/>
                <a:ea typeface="Arial"/>
                <a:cs typeface="Arial"/>
              </a:defRPr>
            </a:lvl5pPr>
            <a:lvl6pPr>
              <a:defRPr sz="1875" b="0">
                <a:solidFill>
                  <a:srgbClr val="53695C"/>
                </a:solidFill>
                <a:latin typeface="Arial"/>
                <a:ea typeface="Arial"/>
                <a:cs typeface="Arial"/>
              </a:defRPr>
            </a:lvl6pPr>
            <a:lvl7pPr>
              <a:defRPr sz="1875" b="0">
                <a:solidFill>
                  <a:srgbClr val="53695C"/>
                </a:solidFill>
                <a:latin typeface="Arial"/>
                <a:ea typeface="Arial"/>
                <a:cs typeface="Arial"/>
              </a:defRPr>
            </a:lvl7pPr>
            <a:lvl8pPr>
              <a:defRPr sz="1875" b="0">
                <a:solidFill>
                  <a:srgbClr val="53695C"/>
                </a:solidFill>
                <a:latin typeface="Arial"/>
                <a:ea typeface="Arial"/>
                <a:cs typeface="Arial"/>
              </a:defRPr>
            </a:lvl8pPr>
            <a:lvl9pPr>
              <a:defRPr sz="1875" b="0">
                <a:solidFill>
                  <a:srgbClr val="53695C"/>
                </a:solidFill>
                <a:latin typeface="Arial"/>
                <a:ea typeface="Arial"/>
                <a:cs typeface="Arial"/>
              </a:defRPr>
            </a:lvl9pPr>
          </a:lstStyle>
          <a:p xmlns:a="http://schemas.openxmlformats.org/drawingml/2006/main">
            <a:pPr>
              <a:defRPr sz="1875" b="0">
                <a:solidFill>
                  <a:srgbClr val="53695C"/>
                </a:solidFill>
                <a:latin typeface="Arial"/>
                <a:ea typeface="Arial"/>
                <a:cs typeface="Arial"/>
              </a:defRPr>
            </a:pPr>
            <a:r>
              <a:rPr sz="1875" b="0">
                <a:solidFill>
                  <a:srgbClr val="53695C"/>
                </a:solidFill>
                <a:latin typeface="Arial"/>
                <a:ea typeface="Arial"/>
                <a:cs typeface="Arial"/>
              </a:rPr>
              <a:t>Fixed narrow-phone navbar spacing and FAQ sideways scrolling.</a:t>
            </a:r>
          </a:p>
          <a:p xmlns:a="http://schemas.openxmlformats.org/drawingml/2006/main">
            <a:r>
              <a:t/>
            </a:r>
          </a:p>
          <a:p xmlns:a="http://schemas.openxmlformats.org/drawingml/2006/main">
            <a:pPr>
              <a:defRPr sz="1875" b="0">
                <a:solidFill>
                  <a:srgbClr val="53695C"/>
                </a:solidFill>
                <a:latin typeface="Arial"/>
                <a:ea typeface="Arial"/>
                <a:cs typeface="Arial"/>
              </a:defRPr>
            </a:pPr>
            <a:r>
              <a:rPr sz="1875" b="0">
                <a:solidFill>
                  <a:srgbClr val="53695C"/>
                </a:solidFill>
                <a:latin typeface="Arial"/>
                <a:ea typeface="Arial"/>
                <a:cs typeface="Arial"/>
              </a:rPr>
              <a:t>Moved Get in Touch inside the mobile hamburger menu.</a:t>
            </a:r>
          </a:p>
          <a:p xmlns:a="http://schemas.openxmlformats.org/drawingml/2006/main">
            <a:r>
              <a:t/>
            </a:r>
          </a:p>
          <a:p xmlns:a="http://schemas.openxmlformats.org/drawingml/2006/main">
            <a:pPr>
              <a:defRPr sz="1875" b="0">
                <a:solidFill>
                  <a:srgbClr val="53695C"/>
                </a:solidFill>
                <a:latin typeface="Arial"/>
                <a:ea typeface="Arial"/>
                <a:cs typeface="Arial"/>
              </a:defRPr>
            </a:pPr>
            <a:r>
              <a:rPr sz="1875" b="0">
                <a:solidFill>
                  <a:srgbClr val="53695C"/>
                </a:solidFill>
                <a:latin typeface="Arial"/>
                <a:ea typeface="Arial"/>
                <a:cs typeface="Arial"/>
              </a:rPr>
              <a:t>Adjusted sticky FAQ anchors and mobile input sizing.</a:t>
            </a:r>
          </a:p>
        </p:txBody>
      </p:sp>
      <p:sp>
        <p:nvSpPr>
          <p:cNvPr id="8" name="TypeScript passed. Physical-device and Safari">
            <a:extLst xmlns:a="http://schemas.openxmlformats.org/drawingml/2006/main">
              <a:ext uri="{FF2B5EF4-FFF2-40B4-BE49-F238E27FC236}">
                <a16:creationId xmlns:a16="http://schemas.microsoft.com/office/drawing/2014/main" id="{4C211457-0194-4FFF-A9A8-0FB4A2E6DCD5}"/>
              </a:ext>
            </a:extLst>
          </p:cNvPr>
          <p:cNvSpPr>
            <a:spLocks xmlns:a="http://schemas.openxmlformats.org/drawingml/2006/main" noGrp="1"/>
          </p:cNvSpPr>
          <p:nvPr/>
        </p:nvSpPr>
        <p:spPr>
          <a:xfrm xmlns:a="http://schemas.openxmlformats.org/drawingml/2006/main">
            <a:off x="3524250" y="5905500"/>
            <a:ext cx="752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73F30"/>
                </a:solidFill>
                <a:latin typeface="Arial"/>
                <a:ea typeface="Arial"/>
                <a:cs typeface="Arial"/>
              </a:defRPr>
            </a:defPPr>
            <a:lvl1pPr>
              <a:defRPr sz="1650" b="0">
                <a:solidFill>
                  <a:srgbClr val="073F30"/>
                </a:solidFill>
                <a:latin typeface="Arial"/>
                <a:ea typeface="Arial"/>
                <a:cs typeface="Arial"/>
              </a:defRPr>
            </a:lvl1pPr>
            <a:lvl2pPr>
              <a:defRPr sz="1650" b="0">
                <a:solidFill>
                  <a:srgbClr val="073F30"/>
                </a:solidFill>
                <a:latin typeface="Arial"/>
                <a:ea typeface="Arial"/>
                <a:cs typeface="Arial"/>
              </a:defRPr>
            </a:lvl2pPr>
            <a:lvl3pPr>
              <a:defRPr sz="1650" b="0">
                <a:solidFill>
                  <a:srgbClr val="073F30"/>
                </a:solidFill>
                <a:latin typeface="Arial"/>
                <a:ea typeface="Arial"/>
                <a:cs typeface="Arial"/>
              </a:defRPr>
            </a:lvl3pPr>
            <a:lvl4pPr>
              <a:defRPr sz="1650" b="0">
                <a:solidFill>
                  <a:srgbClr val="073F30"/>
                </a:solidFill>
                <a:latin typeface="Arial"/>
                <a:ea typeface="Arial"/>
                <a:cs typeface="Arial"/>
              </a:defRPr>
            </a:lvl4pPr>
            <a:lvl5pPr>
              <a:defRPr sz="1650" b="0">
                <a:solidFill>
                  <a:srgbClr val="073F30"/>
                </a:solidFill>
                <a:latin typeface="Arial"/>
                <a:ea typeface="Arial"/>
                <a:cs typeface="Arial"/>
              </a:defRPr>
            </a:lvl5pPr>
            <a:lvl6pPr>
              <a:defRPr sz="1650" b="0">
                <a:solidFill>
                  <a:srgbClr val="073F30"/>
                </a:solidFill>
                <a:latin typeface="Arial"/>
                <a:ea typeface="Arial"/>
                <a:cs typeface="Arial"/>
              </a:defRPr>
            </a:lvl6pPr>
            <a:lvl7pPr>
              <a:defRPr sz="1650" b="0">
                <a:solidFill>
                  <a:srgbClr val="073F30"/>
                </a:solidFill>
                <a:latin typeface="Arial"/>
                <a:ea typeface="Arial"/>
                <a:cs typeface="Arial"/>
              </a:defRPr>
            </a:lvl7pPr>
            <a:lvl8pPr>
              <a:defRPr sz="1650" b="0">
                <a:solidFill>
                  <a:srgbClr val="073F30"/>
                </a:solidFill>
                <a:latin typeface="Arial"/>
                <a:ea typeface="Arial"/>
                <a:cs typeface="Arial"/>
              </a:defRPr>
            </a:lvl8pPr>
            <a:lvl9pPr>
              <a:defRPr sz="1650" b="0">
                <a:solidFill>
                  <a:srgbClr val="073F30"/>
                </a:solidFill>
                <a:latin typeface="Arial"/>
                <a:ea typeface="Arial"/>
                <a:cs typeface="Arial"/>
              </a:defRPr>
            </a:lvl9pPr>
          </a:lstStyle>
          <a:p xmlns:a="http://schemas.openxmlformats.org/drawingml/2006/main">
            <a:pPr>
              <a:defRPr sz="1650" b="0">
                <a:solidFill>
                  <a:srgbClr val="073F30"/>
                </a:solidFill>
                <a:latin typeface="Arial"/>
                <a:ea typeface="Arial"/>
                <a:cs typeface="Arial"/>
              </a:defRPr>
            </a:pPr>
            <a:r>
              <a:rPr sz="1650" b="0">
                <a:solidFill>
                  <a:srgbClr val="073F30"/>
                </a:solidFill>
                <a:latin typeface="Arial"/>
                <a:ea typeface="Arial"/>
                <a:cs typeface="Arial"/>
              </a:rPr>
              <a:t>TypeScript passed. Physical-device and Safari checks remain before launch.</a:t>
            </a:r>
          </a:p>
        </p:txBody>
      </p:sp>
    </p:spTree>
    <p:extLst>
      <p:ext uri="{BB962C8B-B14F-4D97-AF65-F5344CB8AC3E}">
        <p14:creationId xmlns:p14="http://schemas.microsoft.com/office/powerpoint/2010/main" val="148882288"/>
      </p:ext>
    </p:extLst>
  </p:cSld>
</p:sld>
</file>

<file path=ppt/slides/slide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6" name="EBA  /  WEBSITE UPDATE">
            <a:extLst xmlns:a="http://schemas.openxmlformats.org/drawingml/2006/main">
              <a:ext uri="{FF2B5EF4-FFF2-40B4-BE49-F238E27FC236}">
                <a16:creationId xmlns:a16="http://schemas.microsoft.com/office/drawing/2014/main" id="{35B518AE-E201-4700-A0CB-00BF350D1AE1}"/>
              </a:ext>
            </a:extLst>
          </p:cNvPr>
          <p:cNvSpPr>
            <a:spLocks xmlns:a="http://schemas.openxmlformats.org/drawingml/2006/main" noGrp="1"/>
          </p:cNvSpPr>
          <p:nvPr/>
        </p:nvSpPr>
        <p:spPr>
          <a:xfrm xmlns:a="http://schemas.openxmlformats.org/drawingml/2006/main">
            <a:off x="609600" y="33337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53695C"/>
                </a:solidFill>
                <a:latin typeface="Arial"/>
                <a:ea typeface="Arial"/>
                <a:cs typeface="Arial"/>
              </a:defRPr>
            </a:defPPr>
            <a:lvl1pPr>
              <a:defRPr sz="1125" b="1">
                <a:solidFill>
                  <a:srgbClr val="53695C"/>
                </a:solidFill>
                <a:latin typeface="Arial"/>
                <a:ea typeface="Arial"/>
                <a:cs typeface="Arial"/>
              </a:defRPr>
            </a:lvl1pPr>
            <a:lvl2pPr>
              <a:defRPr sz="1125" b="1">
                <a:solidFill>
                  <a:srgbClr val="53695C"/>
                </a:solidFill>
                <a:latin typeface="Arial"/>
                <a:ea typeface="Arial"/>
                <a:cs typeface="Arial"/>
              </a:defRPr>
            </a:lvl2pPr>
            <a:lvl3pPr>
              <a:defRPr sz="1125" b="1">
                <a:solidFill>
                  <a:srgbClr val="53695C"/>
                </a:solidFill>
                <a:latin typeface="Arial"/>
                <a:ea typeface="Arial"/>
                <a:cs typeface="Arial"/>
              </a:defRPr>
            </a:lvl3pPr>
            <a:lvl4pPr>
              <a:defRPr sz="1125" b="1">
                <a:solidFill>
                  <a:srgbClr val="53695C"/>
                </a:solidFill>
                <a:latin typeface="Arial"/>
                <a:ea typeface="Arial"/>
                <a:cs typeface="Arial"/>
              </a:defRPr>
            </a:lvl4pPr>
            <a:lvl5pPr>
              <a:defRPr sz="1125" b="1">
                <a:solidFill>
                  <a:srgbClr val="53695C"/>
                </a:solidFill>
                <a:latin typeface="Arial"/>
                <a:ea typeface="Arial"/>
                <a:cs typeface="Arial"/>
              </a:defRPr>
            </a:lvl5pPr>
            <a:lvl6pPr>
              <a:defRPr sz="1125" b="1">
                <a:solidFill>
                  <a:srgbClr val="53695C"/>
                </a:solidFill>
                <a:latin typeface="Arial"/>
                <a:ea typeface="Arial"/>
                <a:cs typeface="Arial"/>
              </a:defRPr>
            </a:lvl6pPr>
            <a:lvl7pPr>
              <a:defRPr sz="1125" b="1">
                <a:solidFill>
                  <a:srgbClr val="53695C"/>
                </a:solidFill>
                <a:latin typeface="Arial"/>
                <a:ea typeface="Arial"/>
                <a:cs typeface="Arial"/>
              </a:defRPr>
            </a:lvl7pPr>
            <a:lvl8pPr>
              <a:defRPr sz="1125" b="1">
                <a:solidFill>
                  <a:srgbClr val="53695C"/>
                </a:solidFill>
                <a:latin typeface="Arial"/>
                <a:ea typeface="Arial"/>
                <a:cs typeface="Arial"/>
              </a:defRPr>
            </a:lvl8pPr>
            <a:lvl9pPr>
              <a:defRPr sz="1125" b="1">
                <a:solidFill>
                  <a:srgbClr val="53695C"/>
                </a:solidFill>
                <a:latin typeface="Arial"/>
                <a:ea typeface="Arial"/>
                <a:cs typeface="Arial"/>
              </a:defRPr>
            </a:lvl9pPr>
          </a:lstStyle>
          <a:p xmlns:a="http://schemas.openxmlformats.org/drawingml/2006/main">
            <a:pPr>
              <a:defRPr sz="1125" b="1">
                <a:solidFill>
                  <a:srgbClr val="53695C"/>
                </a:solidFill>
                <a:latin typeface="Arial"/>
                <a:ea typeface="Arial"/>
                <a:cs typeface="Arial"/>
              </a:defRPr>
            </a:pPr>
            <a:r>
              <a:rPr sz="1125" b="1">
                <a:solidFill>
                  <a:srgbClr val="53695C"/>
                </a:solidFill>
                <a:latin typeface="Arial"/>
                <a:ea typeface="Arial"/>
                <a:cs typeface="Arial"/>
              </a:rPr>
              <a:t>EBA  /  WEBSITE UPDATE</a:t>
            </a:r>
          </a:p>
        </p:txBody>
      </p:sp>
      <p:sp>
        <p:nvSpPr>
          <p:cNvPr id="2" name="06">
            <a:extLst xmlns:a="http://schemas.openxmlformats.org/drawingml/2006/main">
              <a:ext uri="{FF2B5EF4-FFF2-40B4-BE49-F238E27FC236}">
                <a16:creationId xmlns:a16="http://schemas.microsoft.com/office/drawing/2014/main" id="{F3FE017F-59E7-4FBC-B100-29FC92F89C74}"/>
              </a:ext>
            </a:extLst>
          </p:cNvPr>
          <p:cNvSpPr>
            <a:spLocks xmlns:a="http://schemas.openxmlformats.org/drawingml/2006/main" noGrp="1"/>
          </p:cNvSpPr>
          <p:nvPr/>
        </p:nvSpPr>
        <p:spPr>
          <a:xfrm xmlns:a="http://schemas.openxmlformats.org/drawingml/2006/main">
            <a:off x="11096625" y="333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95C"/>
                </a:solidFill>
                <a:latin typeface="Arial"/>
                <a:ea typeface="Arial"/>
                <a:cs typeface="Arial"/>
              </a:defRPr>
            </a:defPPr>
            <a:lvl1pPr>
              <a:defRPr sz="1125" b="0">
                <a:solidFill>
                  <a:srgbClr val="53695C"/>
                </a:solidFill>
                <a:latin typeface="Arial"/>
                <a:ea typeface="Arial"/>
                <a:cs typeface="Arial"/>
              </a:defRPr>
            </a:lvl1pPr>
            <a:lvl2pPr>
              <a:defRPr sz="1125" b="0">
                <a:solidFill>
                  <a:srgbClr val="53695C"/>
                </a:solidFill>
                <a:latin typeface="Arial"/>
                <a:ea typeface="Arial"/>
                <a:cs typeface="Arial"/>
              </a:defRPr>
            </a:lvl2pPr>
            <a:lvl3pPr>
              <a:defRPr sz="1125" b="0">
                <a:solidFill>
                  <a:srgbClr val="53695C"/>
                </a:solidFill>
                <a:latin typeface="Arial"/>
                <a:ea typeface="Arial"/>
                <a:cs typeface="Arial"/>
              </a:defRPr>
            </a:lvl3pPr>
            <a:lvl4pPr>
              <a:defRPr sz="1125" b="0">
                <a:solidFill>
                  <a:srgbClr val="53695C"/>
                </a:solidFill>
                <a:latin typeface="Arial"/>
                <a:ea typeface="Arial"/>
                <a:cs typeface="Arial"/>
              </a:defRPr>
            </a:lvl4pPr>
            <a:lvl5pPr>
              <a:defRPr sz="1125" b="0">
                <a:solidFill>
                  <a:srgbClr val="53695C"/>
                </a:solidFill>
                <a:latin typeface="Arial"/>
                <a:ea typeface="Arial"/>
                <a:cs typeface="Arial"/>
              </a:defRPr>
            </a:lvl5pPr>
            <a:lvl6pPr>
              <a:defRPr sz="1125" b="0">
                <a:solidFill>
                  <a:srgbClr val="53695C"/>
                </a:solidFill>
                <a:latin typeface="Arial"/>
                <a:ea typeface="Arial"/>
                <a:cs typeface="Arial"/>
              </a:defRPr>
            </a:lvl6pPr>
            <a:lvl7pPr>
              <a:defRPr sz="1125" b="0">
                <a:solidFill>
                  <a:srgbClr val="53695C"/>
                </a:solidFill>
                <a:latin typeface="Arial"/>
                <a:ea typeface="Arial"/>
                <a:cs typeface="Arial"/>
              </a:defRPr>
            </a:lvl7pPr>
            <a:lvl8pPr>
              <a:defRPr sz="1125" b="0">
                <a:solidFill>
                  <a:srgbClr val="53695C"/>
                </a:solidFill>
                <a:latin typeface="Arial"/>
                <a:ea typeface="Arial"/>
                <a:cs typeface="Arial"/>
              </a:defRPr>
            </a:lvl8pPr>
            <a:lvl9pPr>
              <a:defRPr sz="1125" b="0">
                <a:solidFill>
                  <a:srgbClr val="53695C"/>
                </a:solidFill>
                <a:latin typeface="Arial"/>
                <a:ea typeface="Arial"/>
                <a:cs typeface="Arial"/>
              </a:defRPr>
            </a:lvl9pPr>
          </a:lstStyle>
          <a:p xmlns:a="http://schemas.openxmlformats.org/drawingml/2006/main">
            <a:pPr>
              <a:defRPr sz="1125" b="0">
                <a:solidFill>
                  <a:srgbClr val="53695C"/>
                </a:solidFill>
                <a:latin typeface="Arial"/>
                <a:ea typeface="Arial"/>
                <a:cs typeface="Arial"/>
              </a:defRPr>
            </a:pPr>
            <a:r>
              <a:rPr sz="1125" b="0">
                <a:solidFill>
                  <a:srgbClr val="53695C"/>
                </a:solidFill>
                <a:latin typeface="Arial"/>
                <a:ea typeface="Arial"/>
                <a:cs typeface="Arial"/>
              </a:rPr>
              <a:t>06</a:t>
            </a:r>
          </a:p>
        </p:txBody>
      </p:sp>
      <p:sp>
        <p:nvSpPr>
          <p:cNvPr id="3" name="What still separates review from launch">
            <a:extLst xmlns:a="http://schemas.openxmlformats.org/drawingml/2006/main">
              <a:ext uri="{FF2B5EF4-FFF2-40B4-BE49-F238E27FC236}">
                <a16:creationId xmlns:a16="http://schemas.microsoft.com/office/drawing/2014/main" id="{79960C5C-A2DF-422A-AEB7-359674266BA6}"/>
              </a:ext>
            </a:extLst>
          </p:cNvPr>
          <p:cNvSpPr>
            <a:spLocks xmlns:a="http://schemas.openxmlformats.org/drawingml/2006/main" noGrp="1"/>
          </p:cNvSpPr>
          <p:nvPr/>
        </p:nvSpPr>
        <p:spPr>
          <a:xfrm xmlns:a="http://schemas.openxmlformats.org/drawingml/2006/main">
            <a:off x="609600" y="904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073F30"/>
                </a:solidFill>
                <a:latin typeface="Georgia"/>
                <a:ea typeface="Georgia"/>
                <a:cs typeface="Georgia"/>
              </a:defRPr>
            </a:defPPr>
            <a:lvl1pPr>
              <a:defRPr sz="3450" b="0">
                <a:solidFill>
                  <a:srgbClr val="073F30"/>
                </a:solidFill>
                <a:latin typeface="Georgia"/>
                <a:ea typeface="Georgia"/>
                <a:cs typeface="Georgia"/>
              </a:defRPr>
            </a:lvl1pPr>
            <a:lvl2pPr>
              <a:defRPr sz="3450" b="0">
                <a:solidFill>
                  <a:srgbClr val="073F30"/>
                </a:solidFill>
                <a:latin typeface="Georgia"/>
                <a:ea typeface="Georgia"/>
                <a:cs typeface="Georgia"/>
              </a:defRPr>
            </a:lvl2pPr>
            <a:lvl3pPr>
              <a:defRPr sz="3450" b="0">
                <a:solidFill>
                  <a:srgbClr val="073F30"/>
                </a:solidFill>
                <a:latin typeface="Georgia"/>
                <a:ea typeface="Georgia"/>
                <a:cs typeface="Georgia"/>
              </a:defRPr>
            </a:lvl3pPr>
            <a:lvl4pPr>
              <a:defRPr sz="3450" b="0">
                <a:solidFill>
                  <a:srgbClr val="073F30"/>
                </a:solidFill>
                <a:latin typeface="Georgia"/>
                <a:ea typeface="Georgia"/>
                <a:cs typeface="Georgia"/>
              </a:defRPr>
            </a:lvl4pPr>
            <a:lvl5pPr>
              <a:defRPr sz="3450" b="0">
                <a:solidFill>
                  <a:srgbClr val="073F30"/>
                </a:solidFill>
                <a:latin typeface="Georgia"/>
                <a:ea typeface="Georgia"/>
                <a:cs typeface="Georgia"/>
              </a:defRPr>
            </a:lvl5pPr>
            <a:lvl6pPr>
              <a:defRPr sz="3450" b="0">
                <a:solidFill>
                  <a:srgbClr val="073F30"/>
                </a:solidFill>
                <a:latin typeface="Georgia"/>
                <a:ea typeface="Georgia"/>
                <a:cs typeface="Georgia"/>
              </a:defRPr>
            </a:lvl6pPr>
            <a:lvl7pPr>
              <a:defRPr sz="3450" b="0">
                <a:solidFill>
                  <a:srgbClr val="073F30"/>
                </a:solidFill>
                <a:latin typeface="Georgia"/>
                <a:ea typeface="Georgia"/>
                <a:cs typeface="Georgia"/>
              </a:defRPr>
            </a:lvl7pPr>
            <a:lvl8pPr>
              <a:defRPr sz="3450" b="0">
                <a:solidFill>
                  <a:srgbClr val="073F30"/>
                </a:solidFill>
                <a:latin typeface="Georgia"/>
                <a:ea typeface="Georgia"/>
                <a:cs typeface="Georgia"/>
              </a:defRPr>
            </a:lvl8pPr>
            <a:lvl9pPr>
              <a:defRPr sz="3450" b="0">
                <a:solidFill>
                  <a:srgbClr val="073F30"/>
                </a:solidFill>
                <a:latin typeface="Georgia"/>
                <a:ea typeface="Georgia"/>
                <a:cs typeface="Georgia"/>
              </a:defRPr>
            </a:lvl9pPr>
          </a:lstStyle>
          <a:p xmlns:a="http://schemas.openxmlformats.org/drawingml/2006/main">
            <a:pPr>
              <a:defRPr sz="3450" b="0">
                <a:solidFill>
                  <a:srgbClr val="073F30"/>
                </a:solidFill>
                <a:latin typeface="Georgia"/>
                <a:ea typeface="Georgia"/>
                <a:cs typeface="Georgia"/>
              </a:defRPr>
            </a:pPr>
            <a:r>
              <a:rPr sz="3450" b="0">
                <a:solidFill>
                  <a:srgbClr val="073F30"/>
                </a:solidFill>
                <a:latin typeface="Georgia"/>
                <a:ea typeface="Georgia"/>
                <a:cs typeface="Georgia"/>
              </a:rPr>
              <a:t>What still separates review from launch</a:t>
            </a:r>
          </a:p>
        </p:txBody>
      </p:sp>
      <p:graphicFrame>
        <p:nvGraphicFramePr>
          <p:cNvPr id="4" name="">
            <a:extLst xmlns:a="http://schemas.openxmlformats.org/drawingml/2006/main">
              <a:ext uri="{FF2B5EF4-FFF2-40B4-BE49-F238E27FC236}">
                <a16:creationId xmlns:a16="http://schemas.microsoft.com/office/drawing/2014/main" id="{DE67DF9B-4505-47C1-BBFF-2EBFA886E551}"/>
              </a:ext>
            </a:extLst>
          </p:cNvPr>
          <p:cNvGraphicFramePr/>
          <p:nvPr/>
        </p:nvGraphicFramePr>
        <p:xfrm>
          <a:off xmlns:a="http://schemas.openxmlformats.org/drawingml/2006/main" x="609600" y="2000250"/>
          <a:ext xmlns:a="http://schemas.openxmlformats.org/drawingml/2006/main" cx="10972800" cy="4000500"/>
        </p:xfrm>
        <a:graphic xmlns:a="http://schemas.openxmlformats.org/drawingml/2006/main">
          <a:graphicData uri="http://schemas.openxmlformats.org/drawingml/2006/table">
            <a:tbl>
              <a:tblPr/>
              <a:tblGrid>
                <a:gridCol w="2286000"/>
                <a:gridCol w="4000500"/>
                <a:gridCol w="4686300"/>
              </a:tblGrid>
              <a:tr h="666750">
                <a:tc>
                  <a:txBody>
                    <a:bodyPr lIns="133350" tIns="114300" rIns="133350" bIns="95250"/>
                    <a:lstStyle/>
                    <a:p>
                      <a:r>
                        <a:rPr sz="1800" b="1">
                          <a:solidFill>
                            <a:srgbClr val="F7F3E8"/>
                          </a:solidFill>
                          <a:latin typeface="Arial"/>
                          <a:ea typeface="Arial"/>
                          <a:cs typeface="Arial"/>
                        </a:rPr>
                        <a:t>Area</a:t>
                      </a:r>
                    </a:p>
                  </a:txBody>
                  <a:tcPr marL="91440" marR="91440" marT="45720" marB="45720">
                    <a:solidFill>
                      <a:srgbClr val="073F30"/>
                    </a:solidFill>
                  </a:tcPr>
                </a:tc>
                <a:tc>
                  <a:txBody>
                    <a:bodyPr lIns="133350" tIns="114300" rIns="133350" bIns="95250"/>
                    <a:lstStyle/>
                    <a:p>
                      <a:r>
                        <a:rPr sz="1800" b="1">
                          <a:solidFill>
                            <a:srgbClr val="F7F3E8"/>
                          </a:solidFill>
                          <a:latin typeface="Arial"/>
                          <a:ea typeface="Arial"/>
                          <a:cs typeface="Arial"/>
                        </a:rPr>
                        <a:t>Current position</a:t>
                      </a:r>
                    </a:p>
                  </a:txBody>
                  <a:tcPr marL="91440" marR="91440" marT="45720" marB="45720">
                    <a:solidFill>
                      <a:srgbClr val="073F30"/>
                    </a:solidFill>
                  </a:tcPr>
                </a:tc>
                <a:tc>
                  <a:txBody>
                    <a:bodyPr lIns="133350" tIns="114300" rIns="133350" bIns="95250"/>
                    <a:lstStyle/>
                    <a:p>
                      <a:r>
                        <a:rPr sz="1800" b="1">
                          <a:solidFill>
                            <a:srgbClr val="F7F3E8"/>
                          </a:solidFill>
                          <a:latin typeface="Arial"/>
                          <a:ea typeface="Arial"/>
                          <a:cs typeface="Arial"/>
                        </a:rPr>
                        <a:t>Before launch</a:t>
                      </a:r>
                    </a:p>
                  </a:txBody>
                  <a:tcPr marL="91440" marR="91440" marT="45720" marB="45720">
                    <a:solidFill>
                      <a:srgbClr val="073F30"/>
                    </a:solidFill>
                  </a:tcPr>
                </a:tc>
              </a:tr>
              <a:tr h="666750">
                <a:tc>
                  <a:txBody>
                    <a:bodyPr lIns="133350" tIns="114300" rIns="133350" bIns="95250"/>
                    <a:lstStyle/>
                    <a:p>
                      <a:r>
                        <a:rPr sz="1650" b="0">
                          <a:solidFill>
                            <a:srgbClr val="073F30"/>
                          </a:solidFill>
                          <a:latin typeface="Arial"/>
                          <a:ea typeface="Arial"/>
                          <a:cs typeface="Arial"/>
                        </a:rPr>
                        <a:t>Email &amp; bookings</a:t>
                      </a:r>
                    </a:p>
                  </a:txBody>
                  <a:tcPr marL="91440" marR="91440" marT="45720" marB="45720">
                    <a:solidFill>
                      <a:srgbClr val="FFFFFF"/>
                    </a:solidFill>
                  </a:tcPr>
                </a:tc>
                <a:tc>
                  <a:txBody>
                    <a:bodyPr lIns="133350" tIns="114300" rIns="133350" bIns="95250"/>
                    <a:lstStyle/>
                    <a:p>
                      <a:r>
                        <a:rPr sz="1650" b="0">
                          <a:solidFill>
                            <a:srgbClr val="073F30"/>
                          </a:solidFill>
                          <a:latin typeface="Arial"/>
                          <a:ea typeface="Arial"/>
                          <a:cs typeface="Arial"/>
                        </a:rPr>
                        <a:t>Forms validate; email-app handoff</a:t>
                      </a:r>
                    </a:p>
                  </a:txBody>
                  <a:tcPr marL="91440" marR="91440" marT="45720" marB="45720">
                    <a:solidFill>
                      <a:srgbClr val="FFFFFF"/>
                    </a:solidFill>
                  </a:tcPr>
                </a:tc>
                <a:tc>
                  <a:txBody>
                    <a:bodyPr lIns="133350" tIns="114300" rIns="133350" bIns="95250"/>
                    <a:lstStyle/>
                    <a:p>
                      <a:r>
                        <a:rPr sz="1650" b="0">
                          <a:solidFill>
                            <a:srgbClr val="073F30"/>
                          </a:solidFill>
                          <a:latin typeface="Arial"/>
                          <a:ea typeface="Arial"/>
                          <a:cs typeface="Arial"/>
                        </a:rPr>
                        <a:t>Connect delivery; test receipt and confirmation</a:t>
                      </a:r>
                    </a:p>
                  </a:txBody>
                  <a:tcPr marL="91440" marR="91440" marT="45720" marB="45720">
                    <a:solidFill>
                      <a:srgbClr val="FFFFFF"/>
                    </a:solidFill>
                  </a:tcPr>
                </a:tc>
              </a:tr>
              <a:tr h="666750">
                <a:tc>
                  <a:txBody>
                    <a:bodyPr lIns="133350" tIns="114300" rIns="133350" bIns="95250"/>
                    <a:lstStyle/>
                    <a:p>
                      <a:r>
                        <a:rPr sz="1650" b="0">
                          <a:solidFill>
                            <a:srgbClr val="073F30"/>
                          </a:solidFill>
                          <a:latin typeface="Arial"/>
                          <a:ea typeface="Arial"/>
                          <a:cs typeface="Arial"/>
                        </a:rPr>
                        <a:t>Newsletter &amp; CMS</a:t>
                      </a:r>
                    </a:p>
                  </a:txBody>
                  <a:tcPr marL="91440" marR="91440" marT="45720" marB="45720">
                    <a:solidFill>
                      <a:srgbClr val="F7F3E8"/>
                    </a:solidFill>
                  </a:tcPr>
                </a:tc>
                <a:tc>
                  <a:txBody>
                    <a:bodyPr lIns="133350" tIns="114300" rIns="133350" bIns="95250"/>
                    <a:lstStyle/>
                    <a:p>
                      <a:r>
                        <a:rPr sz="1650" b="0">
                          <a:solidFill>
                            <a:srgbClr val="073F30"/>
                          </a:solidFill>
                          <a:latin typeface="Arial"/>
                          <a:ea typeface="Arial"/>
                          <a:cs typeface="Arial"/>
                        </a:rPr>
                        <a:t>Newsletter not connected; content in code</a:t>
                      </a:r>
                    </a:p>
                  </a:txBody>
                  <a:tcPr marL="91440" marR="91440" marT="45720" marB="45720">
                    <a:solidFill>
                      <a:srgbClr val="F7F3E8"/>
                    </a:solidFill>
                  </a:tcPr>
                </a:tc>
                <a:tc>
                  <a:txBody>
                    <a:bodyPr lIns="133350" tIns="114300" rIns="133350" bIns="95250"/>
                    <a:lstStyle/>
                    <a:p>
                      <a:r>
                        <a:rPr sz="1650" b="0">
                          <a:solidFill>
                            <a:srgbClr val="073F30"/>
                          </a:solidFill>
                          <a:latin typeface="Arial"/>
                          <a:ea typeface="Arial"/>
                          <a:cs typeface="Arial"/>
                        </a:rPr>
                        <a:t>Connect email service and Sanity editing</a:t>
                      </a:r>
                    </a:p>
                  </a:txBody>
                  <a:tcPr marL="91440" marR="91440" marT="45720" marB="45720">
                    <a:solidFill>
                      <a:srgbClr val="F7F3E8"/>
                    </a:solidFill>
                  </a:tcPr>
                </a:tc>
              </a:tr>
              <a:tr h="666750">
                <a:tc>
                  <a:txBody>
                    <a:bodyPr lIns="133350" tIns="114300" rIns="133350" bIns="95250"/>
                    <a:lstStyle/>
                    <a:p>
                      <a:r>
                        <a:rPr sz="1650" b="0">
                          <a:solidFill>
                            <a:srgbClr val="073F30"/>
                          </a:solidFill>
                          <a:latin typeface="Arial"/>
                          <a:ea typeface="Arial"/>
                          <a:cs typeface="Arial"/>
                        </a:rPr>
                        <a:t>Measurement &amp; search</a:t>
                      </a:r>
                    </a:p>
                  </a:txBody>
                  <a:tcPr marL="91440" marR="91440" marT="45720" marB="45720">
                    <a:solidFill>
                      <a:srgbClr val="FFFFFF"/>
                    </a:solidFill>
                  </a:tcPr>
                </a:tc>
                <a:tc>
                  <a:txBody>
                    <a:bodyPr lIns="133350" tIns="114300" rIns="133350" bIns="95250"/>
                    <a:lstStyle/>
                    <a:p>
                      <a:r>
                        <a:rPr sz="1650" b="0">
                          <a:solidFill>
                            <a:srgbClr val="073F30"/>
                          </a:solidFill>
                          <a:latin typeface="Arial"/>
                          <a:ea typeface="Arial"/>
                          <a:cs typeface="Arial"/>
                        </a:rPr>
                        <a:t>Page metadata exists</a:t>
                      </a:r>
                    </a:p>
                  </a:txBody>
                  <a:tcPr marL="91440" marR="91440" marT="45720" marB="45720">
                    <a:solidFill>
                      <a:srgbClr val="FFFFFF"/>
                    </a:solidFill>
                  </a:tcPr>
                </a:tc>
                <a:tc>
                  <a:txBody>
                    <a:bodyPr lIns="133350" tIns="114300" rIns="133350" bIns="95250"/>
                    <a:lstStyle/>
                    <a:p>
                      <a:r>
                        <a:rPr sz="1650" b="0">
                          <a:solidFill>
                            <a:srgbClr val="073F30"/>
                          </a:solidFill>
                          <a:latin typeface="Arial"/>
                          <a:ea typeface="Arial"/>
                          <a:cs typeface="Arial"/>
                        </a:rPr>
                        <a:t>Set up GA4, Search Console and sitemap</a:t>
                      </a:r>
                    </a:p>
                  </a:txBody>
                  <a:tcPr marL="91440" marR="91440" marT="45720" marB="45720">
                    <a:solidFill>
                      <a:srgbClr val="FFFFFF"/>
                    </a:solidFill>
                  </a:tcPr>
                </a:tc>
              </a:tr>
              <a:tr h="666750">
                <a:tc>
                  <a:txBody>
                    <a:bodyPr lIns="133350" tIns="114300" rIns="133350" bIns="95250"/>
                    <a:lstStyle/>
                    <a:p>
                      <a:r>
                        <a:rPr sz="1650" b="0">
                          <a:solidFill>
                            <a:srgbClr val="073F30"/>
                          </a:solidFill>
                          <a:latin typeface="Arial"/>
                          <a:ea typeface="Arial"/>
                          <a:cs typeface="Arial"/>
                        </a:rPr>
                        <a:t>Hosting &amp; domain</a:t>
                      </a:r>
                    </a:p>
                  </a:txBody>
                  <a:tcPr marL="91440" marR="91440" marT="45720" marB="45720">
                    <a:solidFill>
                      <a:srgbClr val="F7F3E8"/>
                    </a:solidFill>
                  </a:tcPr>
                </a:tc>
                <a:tc>
                  <a:txBody>
                    <a:bodyPr lIns="133350" tIns="114300" rIns="133350" bIns="95250"/>
                    <a:lstStyle/>
                    <a:p>
                      <a:r>
                        <a:rPr sz="1650" b="0">
                          <a:solidFill>
                            <a:srgbClr val="073F30"/>
                          </a:solidFill>
                          <a:latin typeface="Arial"/>
                          <a:ea typeface="Arial"/>
                          <a:cs typeface="Arial"/>
                        </a:rPr>
                        <a:t>GitHub repository configured</a:t>
                      </a:r>
                    </a:p>
                  </a:txBody>
                  <a:tcPr marL="91440" marR="91440" marT="45720" marB="45720">
                    <a:solidFill>
                      <a:srgbClr val="F7F3E8"/>
                    </a:solidFill>
                  </a:tcPr>
                </a:tc>
                <a:tc>
                  <a:txBody>
                    <a:bodyPr lIns="133350" tIns="114300" rIns="133350" bIns="95250"/>
                    <a:lstStyle/>
                    <a:p>
                      <a:r>
                        <a:rPr sz="1650" b="0">
                          <a:solidFill>
                            <a:srgbClr val="073F30"/>
                          </a:solidFill>
                          <a:latin typeface="Arial"/>
                          <a:ea typeface="Arial"/>
                          <a:cs typeface="Arial"/>
                        </a:rPr>
                        <a:t>Verify production build, hosting and domain</a:t>
                      </a:r>
                    </a:p>
                  </a:txBody>
                  <a:tcPr marL="91440" marR="91440" marT="45720" marB="45720">
                    <a:solidFill>
                      <a:srgbClr val="F7F3E8"/>
                    </a:solidFill>
                  </a:tcPr>
                </a:tc>
              </a:tr>
              <a:tr h="666750">
                <a:tc>
                  <a:txBody>
                    <a:bodyPr lIns="133350" tIns="114300" rIns="133350" bIns="95250"/>
                    <a:lstStyle/>
                    <a:p>
                      <a:r>
                        <a:rPr sz="1650" b="0">
                          <a:solidFill>
                            <a:srgbClr val="073F30"/>
                          </a:solidFill>
                          <a:latin typeface="Arial"/>
                          <a:ea typeface="Arial"/>
                          <a:cs typeface="Arial"/>
                        </a:rPr>
                        <a:t>Final quality check</a:t>
                      </a:r>
                    </a:p>
                  </a:txBody>
                  <a:tcPr marL="91440" marR="91440" marT="45720" marB="45720">
                    <a:solidFill>
                      <a:srgbClr val="FFFFFF"/>
                    </a:solidFill>
                  </a:tcPr>
                </a:tc>
                <a:tc>
                  <a:txBody>
                    <a:bodyPr lIns="133350" tIns="114300" rIns="133350" bIns="95250"/>
                    <a:lstStyle/>
                    <a:p>
                      <a:r>
                        <a:rPr sz="1650" b="0">
                          <a:solidFill>
                            <a:srgbClr val="073F30"/>
                          </a:solidFill>
                          <a:latin typeface="Arial"/>
                          <a:ea typeface="Arial"/>
                          <a:cs typeface="Arial"/>
                        </a:rPr>
                        <a:t>Responsive browser pass completed</a:t>
                      </a:r>
                    </a:p>
                  </a:txBody>
                  <a:tcPr marL="91440" marR="91440" marT="45720" marB="45720">
                    <a:solidFill>
                      <a:srgbClr val="FFFFFF"/>
                    </a:solidFill>
                  </a:tcPr>
                </a:tc>
                <a:tc>
                  <a:txBody>
                    <a:bodyPr lIns="133350" tIns="114300" rIns="133350" bIns="95250"/>
                    <a:lstStyle/>
                    <a:p>
                      <a:r>
                        <a:rPr sz="1650" b="0">
                          <a:solidFill>
                            <a:srgbClr val="073F30"/>
                          </a:solidFill>
                          <a:latin typeface="Arial"/>
                          <a:ea typeface="Arial"/>
                          <a:cs typeface="Arial"/>
                        </a:rPr>
                        <a:t>Approve content; check Safari, accessibility and speed</a:t>
                      </a:r>
                    </a:p>
                  </a:txBody>
                  <a:tcPr marL="91440" marR="91440" marT="45720" marB="45720">
                    <a:solidFill>
                      <a:srgbClr val="FFFFFF"/>
                    </a:solidFill>
                  </a:tcPr>
                </a:tc>
              </a:tr>
            </a:tbl>
          </a:graphicData>
        </a:graphic>
      </p:graphicFrame>
      <p:sp>
        <p:nvSpPr>
          <p:cNvPr id="5" name="No production launch, email delivery or perfo">
            <a:extLst xmlns:a="http://schemas.openxmlformats.org/drawingml/2006/main">
              <a:ext uri="{FF2B5EF4-FFF2-40B4-BE49-F238E27FC236}">
                <a16:creationId xmlns:a16="http://schemas.microsoft.com/office/drawing/2014/main" id="{B8C2E84D-2D51-489A-84DB-B6C1E41ED390}"/>
              </a:ext>
            </a:extLst>
          </p:cNvPr>
          <p:cNvSpPr>
            <a:spLocks xmlns:a="http://schemas.openxmlformats.org/drawingml/2006/main" noGrp="1"/>
          </p:cNvSpPr>
          <p:nvPr/>
        </p:nvSpPr>
        <p:spPr>
          <a:xfrm xmlns:a="http://schemas.openxmlformats.org/drawingml/2006/main">
            <a:off x="609600" y="62865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95C"/>
                </a:solidFill>
                <a:latin typeface="Arial"/>
                <a:ea typeface="Arial"/>
                <a:cs typeface="Arial"/>
              </a:defRPr>
            </a:defPPr>
            <a:lvl1pPr>
              <a:defRPr sz="1575" b="0">
                <a:solidFill>
                  <a:srgbClr val="53695C"/>
                </a:solidFill>
                <a:latin typeface="Arial"/>
                <a:ea typeface="Arial"/>
                <a:cs typeface="Arial"/>
              </a:defRPr>
            </a:lvl1pPr>
            <a:lvl2pPr>
              <a:defRPr sz="1575" b="0">
                <a:solidFill>
                  <a:srgbClr val="53695C"/>
                </a:solidFill>
                <a:latin typeface="Arial"/>
                <a:ea typeface="Arial"/>
                <a:cs typeface="Arial"/>
              </a:defRPr>
            </a:lvl2pPr>
            <a:lvl3pPr>
              <a:defRPr sz="1575" b="0">
                <a:solidFill>
                  <a:srgbClr val="53695C"/>
                </a:solidFill>
                <a:latin typeface="Arial"/>
                <a:ea typeface="Arial"/>
                <a:cs typeface="Arial"/>
              </a:defRPr>
            </a:lvl3pPr>
            <a:lvl4pPr>
              <a:defRPr sz="1575" b="0">
                <a:solidFill>
                  <a:srgbClr val="53695C"/>
                </a:solidFill>
                <a:latin typeface="Arial"/>
                <a:ea typeface="Arial"/>
                <a:cs typeface="Arial"/>
              </a:defRPr>
            </a:lvl4pPr>
            <a:lvl5pPr>
              <a:defRPr sz="1575" b="0">
                <a:solidFill>
                  <a:srgbClr val="53695C"/>
                </a:solidFill>
                <a:latin typeface="Arial"/>
                <a:ea typeface="Arial"/>
                <a:cs typeface="Arial"/>
              </a:defRPr>
            </a:lvl5pPr>
            <a:lvl6pPr>
              <a:defRPr sz="1575" b="0">
                <a:solidFill>
                  <a:srgbClr val="53695C"/>
                </a:solidFill>
                <a:latin typeface="Arial"/>
                <a:ea typeface="Arial"/>
                <a:cs typeface="Arial"/>
              </a:defRPr>
            </a:lvl6pPr>
            <a:lvl7pPr>
              <a:defRPr sz="1575" b="0">
                <a:solidFill>
                  <a:srgbClr val="53695C"/>
                </a:solidFill>
                <a:latin typeface="Arial"/>
                <a:ea typeface="Arial"/>
                <a:cs typeface="Arial"/>
              </a:defRPr>
            </a:lvl7pPr>
            <a:lvl8pPr>
              <a:defRPr sz="1575" b="0">
                <a:solidFill>
                  <a:srgbClr val="53695C"/>
                </a:solidFill>
                <a:latin typeface="Arial"/>
                <a:ea typeface="Arial"/>
                <a:cs typeface="Arial"/>
              </a:defRPr>
            </a:lvl8pPr>
            <a:lvl9pPr>
              <a:defRPr sz="1575" b="0">
                <a:solidFill>
                  <a:srgbClr val="53695C"/>
                </a:solidFill>
                <a:latin typeface="Arial"/>
                <a:ea typeface="Arial"/>
                <a:cs typeface="Arial"/>
              </a:defRPr>
            </a:lvl9pPr>
          </a:lstStyle>
          <a:p xmlns:a="http://schemas.openxmlformats.org/drawingml/2006/main">
            <a:pPr>
              <a:defRPr sz="1575" b="0">
                <a:solidFill>
                  <a:srgbClr val="53695C"/>
                </a:solidFill>
                <a:latin typeface="Arial"/>
                <a:ea typeface="Arial"/>
                <a:cs typeface="Arial"/>
              </a:defRPr>
            </a:pPr>
            <a:r>
              <a:rPr sz="1575" b="0">
                <a:solidFill>
                  <a:srgbClr val="53695C"/>
                </a:solidFill>
                <a:latin typeface="Arial"/>
                <a:ea typeface="Arial"/>
                <a:cs typeface="Arial"/>
              </a:rPr>
              <a:t>No production launch, email delivery or performance score is claimed in this update.</a:t>
            </a:r>
          </a:p>
        </p:txBody>
      </p:sp>
    </p:spTree>
    <p:extLst>
      <p:ext uri="{BB962C8B-B14F-4D97-AF65-F5344CB8AC3E}">
        <p14:creationId xmlns:p14="http://schemas.microsoft.com/office/powerpoint/2010/main" val="735214373"/>
      </p:ext>
    </p:extLst>
  </p:cSld>
</p:sld>
</file>

<file path=ppt/slides/slide7.xml><?xml version="1.0" encoding="utf-8"?>
<p:sld xmlns:p="http://schemas.openxmlformats.org/presentationml/2006/main">
  <p:cSld>
    <p:bg>
      <p:bgPr>
        <a:solidFill xmlns:a="http://schemas.openxmlformats.org/drawingml/2006/main">
          <a:srgbClr val="073F30"/>
        </a:solidFill>
      </p:bgPr>
    </p:bg>
    <p:spTree>
      <p:nvGrpSpPr>
        <p:cNvPr id="1" name=""/>
        <p:cNvGrpSpPr/>
        <p:nvPr/>
      </p:nvGrpSpPr>
      <p:grpSpPr>
        <a:xfrm xmlns:a="http://schemas.openxmlformats.org/drawingml/2006/main"/>
      </p:grpSpPr>
      <p:sp>
        <p:nvSpPr>
          <p:cNvPr id="9" name="EBA  /  WEBSITE UPDATE">
            <a:extLst xmlns:a="http://schemas.openxmlformats.org/drawingml/2006/main">
              <a:ext uri="{FF2B5EF4-FFF2-40B4-BE49-F238E27FC236}">
                <a16:creationId xmlns:a16="http://schemas.microsoft.com/office/drawing/2014/main" id="{C1EC4512-D2E9-4B15-BCAD-2C9C65762FA5}"/>
              </a:ext>
            </a:extLst>
          </p:cNvPr>
          <p:cNvSpPr>
            <a:spLocks xmlns:a="http://schemas.openxmlformats.org/drawingml/2006/main" noGrp="1"/>
          </p:cNvSpPr>
          <p:nvPr/>
        </p:nvSpPr>
        <p:spPr>
          <a:xfrm xmlns:a="http://schemas.openxmlformats.org/drawingml/2006/main">
            <a:off x="609600" y="33337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1">
                <a:solidFill>
                  <a:srgbClr val="FFC107"/>
                </a:solidFill>
                <a:latin typeface="Arial"/>
                <a:ea typeface="Arial"/>
                <a:cs typeface="Arial"/>
              </a:defRPr>
            </a:defPPr>
            <a:lvl1pPr>
              <a:defRPr sz="1125" b="1">
                <a:solidFill>
                  <a:srgbClr val="FFC107"/>
                </a:solidFill>
                <a:latin typeface="Arial"/>
                <a:ea typeface="Arial"/>
                <a:cs typeface="Arial"/>
              </a:defRPr>
            </a:lvl1pPr>
            <a:lvl2pPr>
              <a:defRPr sz="1125" b="1">
                <a:solidFill>
                  <a:srgbClr val="FFC107"/>
                </a:solidFill>
                <a:latin typeface="Arial"/>
                <a:ea typeface="Arial"/>
                <a:cs typeface="Arial"/>
              </a:defRPr>
            </a:lvl2pPr>
            <a:lvl3pPr>
              <a:defRPr sz="1125" b="1">
                <a:solidFill>
                  <a:srgbClr val="FFC107"/>
                </a:solidFill>
                <a:latin typeface="Arial"/>
                <a:ea typeface="Arial"/>
                <a:cs typeface="Arial"/>
              </a:defRPr>
            </a:lvl3pPr>
            <a:lvl4pPr>
              <a:defRPr sz="1125" b="1">
                <a:solidFill>
                  <a:srgbClr val="FFC107"/>
                </a:solidFill>
                <a:latin typeface="Arial"/>
                <a:ea typeface="Arial"/>
                <a:cs typeface="Arial"/>
              </a:defRPr>
            </a:lvl4pPr>
            <a:lvl5pPr>
              <a:defRPr sz="1125" b="1">
                <a:solidFill>
                  <a:srgbClr val="FFC107"/>
                </a:solidFill>
                <a:latin typeface="Arial"/>
                <a:ea typeface="Arial"/>
                <a:cs typeface="Arial"/>
              </a:defRPr>
            </a:lvl5pPr>
            <a:lvl6pPr>
              <a:defRPr sz="1125" b="1">
                <a:solidFill>
                  <a:srgbClr val="FFC107"/>
                </a:solidFill>
                <a:latin typeface="Arial"/>
                <a:ea typeface="Arial"/>
                <a:cs typeface="Arial"/>
              </a:defRPr>
            </a:lvl6pPr>
            <a:lvl7pPr>
              <a:defRPr sz="1125" b="1">
                <a:solidFill>
                  <a:srgbClr val="FFC107"/>
                </a:solidFill>
                <a:latin typeface="Arial"/>
                <a:ea typeface="Arial"/>
                <a:cs typeface="Arial"/>
              </a:defRPr>
            </a:lvl7pPr>
            <a:lvl8pPr>
              <a:defRPr sz="1125" b="1">
                <a:solidFill>
                  <a:srgbClr val="FFC107"/>
                </a:solidFill>
                <a:latin typeface="Arial"/>
                <a:ea typeface="Arial"/>
                <a:cs typeface="Arial"/>
              </a:defRPr>
            </a:lvl8pPr>
            <a:lvl9pPr>
              <a:defRPr sz="1125" b="1">
                <a:solidFill>
                  <a:srgbClr val="FFC107"/>
                </a:solidFill>
                <a:latin typeface="Arial"/>
                <a:ea typeface="Arial"/>
                <a:cs typeface="Arial"/>
              </a:defRPr>
            </a:lvl9pPr>
          </a:lstStyle>
          <a:p xmlns:a="http://schemas.openxmlformats.org/drawingml/2006/main">
            <a:pPr>
              <a:defRPr sz="1125" b="1">
                <a:solidFill>
                  <a:srgbClr val="FFC107"/>
                </a:solidFill>
                <a:latin typeface="Arial"/>
                <a:ea typeface="Arial"/>
                <a:cs typeface="Arial"/>
              </a:defRPr>
            </a:pPr>
            <a:r>
              <a:rPr sz="1125" b="1">
                <a:solidFill>
                  <a:srgbClr val="FFC107"/>
                </a:solidFill>
                <a:latin typeface="Arial"/>
                <a:ea typeface="Arial"/>
                <a:cs typeface="Arial"/>
              </a:rPr>
              <a:t>EBA  /  WEBSITE UPDATE</a:t>
            </a:r>
          </a:p>
        </p:txBody>
      </p:sp>
      <p:sp>
        <p:nvSpPr>
          <p:cNvPr id="2" name="07">
            <a:extLst xmlns:a="http://schemas.openxmlformats.org/drawingml/2006/main">
              <a:ext uri="{FF2B5EF4-FFF2-40B4-BE49-F238E27FC236}">
                <a16:creationId xmlns:a16="http://schemas.microsoft.com/office/drawing/2014/main" id="{8B11FF1C-FA96-4D73-88AB-1447A9439D9D}"/>
              </a:ext>
            </a:extLst>
          </p:cNvPr>
          <p:cNvSpPr>
            <a:spLocks xmlns:a="http://schemas.openxmlformats.org/drawingml/2006/main" noGrp="1"/>
          </p:cNvSpPr>
          <p:nvPr/>
        </p:nvSpPr>
        <p:spPr>
          <a:xfrm xmlns:a="http://schemas.openxmlformats.org/drawingml/2006/main">
            <a:off x="11096625" y="333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FFC107"/>
                </a:solidFill>
                <a:latin typeface="Arial"/>
                <a:ea typeface="Arial"/>
                <a:cs typeface="Arial"/>
              </a:defRPr>
            </a:defPPr>
            <a:lvl1pPr>
              <a:defRPr sz="1125" b="0">
                <a:solidFill>
                  <a:srgbClr val="FFC107"/>
                </a:solidFill>
                <a:latin typeface="Arial"/>
                <a:ea typeface="Arial"/>
                <a:cs typeface="Arial"/>
              </a:defRPr>
            </a:lvl1pPr>
            <a:lvl2pPr>
              <a:defRPr sz="1125" b="0">
                <a:solidFill>
                  <a:srgbClr val="FFC107"/>
                </a:solidFill>
                <a:latin typeface="Arial"/>
                <a:ea typeface="Arial"/>
                <a:cs typeface="Arial"/>
              </a:defRPr>
            </a:lvl2pPr>
            <a:lvl3pPr>
              <a:defRPr sz="1125" b="0">
                <a:solidFill>
                  <a:srgbClr val="FFC107"/>
                </a:solidFill>
                <a:latin typeface="Arial"/>
                <a:ea typeface="Arial"/>
                <a:cs typeface="Arial"/>
              </a:defRPr>
            </a:lvl3pPr>
            <a:lvl4pPr>
              <a:defRPr sz="1125" b="0">
                <a:solidFill>
                  <a:srgbClr val="FFC107"/>
                </a:solidFill>
                <a:latin typeface="Arial"/>
                <a:ea typeface="Arial"/>
                <a:cs typeface="Arial"/>
              </a:defRPr>
            </a:lvl4pPr>
            <a:lvl5pPr>
              <a:defRPr sz="1125" b="0">
                <a:solidFill>
                  <a:srgbClr val="FFC107"/>
                </a:solidFill>
                <a:latin typeface="Arial"/>
                <a:ea typeface="Arial"/>
                <a:cs typeface="Arial"/>
              </a:defRPr>
            </a:lvl5pPr>
            <a:lvl6pPr>
              <a:defRPr sz="1125" b="0">
                <a:solidFill>
                  <a:srgbClr val="FFC107"/>
                </a:solidFill>
                <a:latin typeface="Arial"/>
                <a:ea typeface="Arial"/>
                <a:cs typeface="Arial"/>
              </a:defRPr>
            </a:lvl6pPr>
            <a:lvl7pPr>
              <a:defRPr sz="1125" b="0">
                <a:solidFill>
                  <a:srgbClr val="FFC107"/>
                </a:solidFill>
                <a:latin typeface="Arial"/>
                <a:ea typeface="Arial"/>
                <a:cs typeface="Arial"/>
              </a:defRPr>
            </a:lvl7pPr>
            <a:lvl8pPr>
              <a:defRPr sz="1125" b="0">
                <a:solidFill>
                  <a:srgbClr val="FFC107"/>
                </a:solidFill>
                <a:latin typeface="Arial"/>
                <a:ea typeface="Arial"/>
                <a:cs typeface="Arial"/>
              </a:defRPr>
            </a:lvl8pPr>
            <a:lvl9pPr>
              <a:defRPr sz="1125" b="0">
                <a:solidFill>
                  <a:srgbClr val="FFC107"/>
                </a:solidFill>
                <a:latin typeface="Arial"/>
                <a:ea typeface="Arial"/>
                <a:cs typeface="Arial"/>
              </a:defRPr>
            </a:lvl9pPr>
          </a:lstStyle>
          <a:p xmlns:a="http://schemas.openxmlformats.org/drawingml/2006/main">
            <a:pPr>
              <a:defRPr sz="1125" b="0">
                <a:solidFill>
                  <a:srgbClr val="FFC107"/>
                </a:solidFill>
                <a:latin typeface="Arial"/>
                <a:ea typeface="Arial"/>
                <a:cs typeface="Arial"/>
              </a:defRPr>
            </a:pPr>
            <a:r>
              <a:rPr sz="1125" b="0">
                <a:solidFill>
                  <a:srgbClr val="FFC107"/>
                </a:solidFill>
                <a:latin typeface="Arial"/>
                <a:ea typeface="Arial"/>
                <a:cs typeface="Arial"/>
              </a:rPr>
              <a:t>07</a:t>
            </a:r>
          </a:p>
        </p:txBody>
      </p:sp>
      <p:sp>
        <p:nvSpPr>
          <p:cNvPr id="3" name="Next steps and decisions needed">
            <a:extLst xmlns:a="http://schemas.openxmlformats.org/drawingml/2006/main">
              <a:ext uri="{FF2B5EF4-FFF2-40B4-BE49-F238E27FC236}">
                <a16:creationId xmlns:a16="http://schemas.microsoft.com/office/drawing/2014/main" id="{CA658273-00E1-4E34-9F97-464AC424F43A}"/>
              </a:ext>
            </a:extLst>
          </p:cNvPr>
          <p:cNvSpPr>
            <a:spLocks xmlns:a="http://schemas.openxmlformats.org/drawingml/2006/main" noGrp="1"/>
          </p:cNvSpPr>
          <p:nvPr/>
        </p:nvSpPr>
        <p:spPr>
          <a:xfrm xmlns:a="http://schemas.openxmlformats.org/drawingml/2006/main">
            <a:off x="609600" y="904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7F3E8"/>
                </a:solidFill>
                <a:latin typeface="Georgia"/>
                <a:ea typeface="Georgia"/>
                <a:cs typeface="Georgia"/>
              </a:defRPr>
            </a:defPPr>
            <a:lvl1pPr>
              <a:defRPr sz="3450" b="0">
                <a:solidFill>
                  <a:srgbClr val="F7F3E8"/>
                </a:solidFill>
                <a:latin typeface="Georgia"/>
                <a:ea typeface="Georgia"/>
                <a:cs typeface="Georgia"/>
              </a:defRPr>
            </a:lvl1pPr>
            <a:lvl2pPr>
              <a:defRPr sz="3450" b="0">
                <a:solidFill>
                  <a:srgbClr val="F7F3E8"/>
                </a:solidFill>
                <a:latin typeface="Georgia"/>
                <a:ea typeface="Georgia"/>
                <a:cs typeface="Georgia"/>
              </a:defRPr>
            </a:lvl2pPr>
            <a:lvl3pPr>
              <a:defRPr sz="3450" b="0">
                <a:solidFill>
                  <a:srgbClr val="F7F3E8"/>
                </a:solidFill>
                <a:latin typeface="Georgia"/>
                <a:ea typeface="Georgia"/>
                <a:cs typeface="Georgia"/>
              </a:defRPr>
            </a:lvl3pPr>
            <a:lvl4pPr>
              <a:defRPr sz="3450" b="0">
                <a:solidFill>
                  <a:srgbClr val="F7F3E8"/>
                </a:solidFill>
                <a:latin typeface="Georgia"/>
                <a:ea typeface="Georgia"/>
                <a:cs typeface="Georgia"/>
              </a:defRPr>
            </a:lvl4pPr>
            <a:lvl5pPr>
              <a:defRPr sz="3450" b="0">
                <a:solidFill>
                  <a:srgbClr val="F7F3E8"/>
                </a:solidFill>
                <a:latin typeface="Georgia"/>
                <a:ea typeface="Georgia"/>
                <a:cs typeface="Georgia"/>
              </a:defRPr>
            </a:lvl5pPr>
            <a:lvl6pPr>
              <a:defRPr sz="3450" b="0">
                <a:solidFill>
                  <a:srgbClr val="F7F3E8"/>
                </a:solidFill>
                <a:latin typeface="Georgia"/>
                <a:ea typeface="Georgia"/>
                <a:cs typeface="Georgia"/>
              </a:defRPr>
            </a:lvl6pPr>
            <a:lvl7pPr>
              <a:defRPr sz="3450" b="0">
                <a:solidFill>
                  <a:srgbClr val="F7F3E8"/>
                </a:solidFill>
                <a:latin typeface="Georgia"/>
                <a:ea typeface="Georgia"/>
                <a:cs typeface="Georgia"/>
              </a:defRPr>
            </a:lvl7pPr>
            <a:lvl8pPr>
              <a:defRPr sz="3450" b="0">
                <a:solidFill>
                  <a:srgbClr val="F7F3E8"/>
                </a:solidFill>
                <a:latin typeface="Georgia"/>
                <a:ea typeface="Georgia"/>
                <a:cs typeface="Georgia"/>
              </a:defRPr>
            </a:lvl8pPr>
            <a:lvl9pPr>
              <a:defRPr sz="3450" b="0">
                <a:solidFill>
                  <a:srgbClr val="F7F3E8"/>
                </a:solidFill>
                <a:latin typeface="Georgia"/>
                <a:ea typeface="Georgia"/>
                <a:cs typeface="Georgia"/>
              </a:defRPr>
            </a:lvl9pPr>
          </a:lstStyle>
          <a:p xmlns:a="http://schemas.openxmlformats.org/drawingml/2006/main">
            <a:pPr>
              <a:defRPr sz="3450" b="0">
                <a:solidFill>
                  <a:srgbClr val="F7F3E8"/>
                </a:solidFill>
                <a:latin typeface="Georgia"/>
                <a:ea typeface="Georgia"/>
                <a:cs typeface="Georgia"/>
              </a:defRPr>
            </a:pPr>
            <a:r>
              <a:rPr sz="3450" b="0">
                <a:solidFill>
                  <a:srgbClr val="F7F3E8"/>
                </a:solidFill>
                <a:latin typeface="Georgia"/>
                <a:ea typeface="Georgia"/>
                <a:cs typeface="Georgia"/>
              </a:rPr>
              <a:t>Next steps and decisions needed</a:t>
            </a:r>
          </a:p>
        </p:txBody>
      </p:sp>
      <p:sp>
        <p:nvSpPr>
          <p:cNvPr id="4" name="Development priorities">
            <a:extLst xmlns:a="http://schemas.openxmlformats.org/drawingml/2006/main">
              <a:ext uri="{FF2B5EF4-FFF2-40B4-BE49-F238E27FC236}">
                <a16:creationId xmlns:a16="http://schemas.microsoft.com/office/drawing/2014/main" id="{193D5787-3B01-46D4-BF96-88E4BBF09BA5}"/>
              </a:ext>
            </a:extLst>
          </p:cNvPr>
          <p:cNvSpPr>
            <a:spLocks xmlns:a="http://schemas.openxmlformats.org/drawingml/2006/main" noGrp="1"/>
          </p:cNvSpPr>
          <p:nvPr/>
        </p:nvSpPr>
        <p:spPr>
          <a:xfrm xmlns:a="http://schemas.openxmlformats.org/drawingml/2006/main">
            <a:off x="609600" y="20478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FC107"/>
                </a:solidFill>
                <a:latin typeface="Georgia"/>
                <a:ea typeface="Georgia"/>
                <a:cs typeface="Georgia"/>
              </a:defRPr>
            </a:defPPr>
            <a:lvl1pPr>
              <a:defRPr sz="2325" b="0">
                <a:solidFill>
                  <a:srgbClr val="FFC107"/>
                </a:solidFill>
                <a:latin typeface="Georgia"/>
                <a:ea typeface="Georgia"/>
                <a:cs typeface="Georgia"/>
              </a:defRPr>
            </a:lvl1pPr>
            <a:lvl2pPr>
              <a:defRPr sz="2325" b="0">
                <a:solidFill>
                  <a:srgbClr val="FFC107"/>
                </a:solidFill>
                <a:latin typeface="Georgia"/>
                <a:ea typeface="Georgia"/>
                <a:cs typeface="Georgia"/>
              </a:defRPr>
            </a:lvl2pPr>
            <a:lvl3pPr>
              <a:defRPr sz="2325" b="0">
                <a:solidFill>
                  <a:srgbClr val="FFC107"/>
                </a:solidFill>
                <a:latin typeface="Georgia"/>
                <a:ea typeface="Georgia"/>
                <a:cs typeface="Georgia"/>
              </a:defRPr>
            </a:lvl3pPr>
            <a:lvl4pPr>
              <a:defRPr sz="2325" b="0">
                <a:solidFill>
                  <a:srgbClr val="FFC107"/>
                </a:solidFill>
                <a:latin typeface="Georgia"/>
                <a:ea typeface="Georgia"/>
                <a:cs typeface="Georgia"/>
              </a:defRPr>
            </a:lvl4pPr>
            <a:lvl5pPr>
              <a:defRPr sz="2325" b="0">
                <a:solidFill>
                  <a:srgbClr val="FFC107"/>
                </a:solidFill>
                <a:latin typeface="Georgia"/>
                <a:ea typeface="Georgia"/>
                <a:cs typeface="Georgia"/>
              </a:defRPr>
            </a:lvl5pPr>
            <a:lvl6pPr>
              <a:defRPr sz="2325" b="0">
                <a:solidFill>
                  <a:srgbClr val="FFC107"/>
                </a:solidFill>
                <a:latin typeface="Georgia"/>
                <a:ea typeface="Georgia"/>
                <a:cs typeface="Georgia"/>
              </a:defRPr>
            </a:lvl6pPr>
            <a:lvl7pPr>
              <a:defRPr sz="2325" b="0">
                <a:solidFill>
                  <a:srgbClr val="FFC107"/>
                </a:solidFill>
                <a:latin typeface="Georgia"/>
                <a:ea typeface="Georgia"/>
                <a:cs typeface="Georgia"/>
              </a:defRPr>
            </a:lvl7pPr>
            <a:lvl8pPr>
              <a:defRPr sz="2325" b="0">
                <a:solidFill>
                  <a:srgbClr val="FFC107"/>
                </a:solidFill>
                <a:latin typeface="Georgia"/>
                <a:ea typeface="Georgia"/>
                <a:cs typeface="Georgia"/>
              </a:defRPr>
            </a:lvl8pPr>
            <a:lvl9pPr>
              <a:defRPr sz="2325" b="0">
                <a:solidFill>
                  <a:srgbClr val="FFC107"/>
                </a:solidFill>
                <a:latin typeface="Georgia"/>
                <a:ea typeface="Georgia"/>
                <a:cs typeface="Georgia"/>
              </a:defRPr>
            </a:lvl9pPr>
          </a:lstStyle>
          <a:p xmlns:a="http://schemas.openxmlformats.org/drawingml/2006/main">
            <a:pPr>
              <a:defRPr sz="2325" b="0">
                <a:solidFill>
                  <a:srgbClr val="FFC107"/>
                </a:solidFill>
                <a:latin typeface="Georgia"/>
                <a:ea typeface="Georgia"/>
                <a:cs typeface="Georgia"/>
              </a:defRPr>
            </a:pPr>
            <a:r>
              <a:rPr sz="2325" b="0">
                <a:solidFill>
                  <a:srgbClr val="FFC107"/>
                </a:solidFill>
                <a:latin typeface="Georgia"/>
                <a:ea typeface="Georgia"/>
                <a:cs typeface="Georgia"/>
              </a:rPr>
              <a:t>Development priorities</a:t>
            </a:r>
          </a:p>
        </p:txBody>
      </p:sp>
      <p:sp>
        <p:nvSpPr>
          <p:cNvPr id="5" name="1  Connect CMS and email delivery&#10;&#10;2  Add mea">
            <a:extLst xmlns:a="http://schemas.openxmlformats.org/drawingml/2006/main">
              <a:ext uri="{FF2B5EF4-FFF2-40B4-BE49-F238E27FC236}">
                <a16:creationId xmlns:a16="http://schemas.microsoft.com/office/drawing/2014/main" id="{3FF71D9B-BE91-437A-B84F-E5D67ED30639}"/>
              </a:ext>
            </a:extLst>
          </p:cNvPr>
          <p:cNvSpPr>
            <a:spLocks xmlns:a="http://schemas.openxmlformats.org/drawingml/2006/main" noGrp="1"/>
          </p:cNvSpPr>
          <p:nvPr/>
        </p:nvSpPr>
        <p:spPr>
          <a:xfrm xmlns:a="http://schemas.openxmlformats.org/drawingml/2006/main">
            <a:off x="609600" y="2762250"/>
            <a:ext cx="5334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7F3E8"/>
                </a:solidFill>
                <a:latin typeface="Arial"/>
                <a:ea typeface="Arial"/>
                <a:cs typeface="Arial"/>
              </a:defRPr>
            </a:defPPr>
            <a:lvl1pPr>
              <a:defRPr sz="2025" b="0">
                <a:solidFill>
                  <a:srgbClr val="F7F3E8"/>
                </a:solidFill>
                <a:latin typeface="Arial"/>
                <a:ea typeface="Arial"/>
                <a:cs typeface="Arial"/>
              </a:defRPr>
            </a:lvl1pPr>
            <a:lvl2pPr>
              <a:defRPr sz="2025" b="0">
                <a:solidFill>
                  <a:srgbClr val="F7F3E8"/>
                </a:solidFill>
                <a:latin typeface="Arial"/>
                <a:ea typeface="Arial"/>
                <a:cs typeface="Arial"/>
              </a:defRPr>
            </a:lvl2pPr>
            <a:lvl3pPr>
              <a:defRPr sz="2025" b="0">
                <a:solidFill>
                  <a:srgbClr val="F7F3E8"/>
                </a:solidFill>
                <a:latin typeface="Arial"/>
                <a:ea typeface="Arial"/>
                <a:cs typeface="Arial"/>
              </a:defRPr>
            </a:lvl3pPr>
            <a:lvl4pPr>
              <a:defRPr sz="2025" b="0">
                <a:solidFill>
                  <a:srgbClr val="F7F3E8"/>
                </a:solidFill>
                <a:latin typeface="Arial"/>
                <a:ea typeface="Arial"/>
                <a:cs typeface="Arial"/>
              </a:defRPr>
            </a:lvl4pPr>
            <a:lvl5pPr>
              <a:defRPr sz="2025" b="0">
                <a:solidFill>
                  <a:srgbClr val="F7F3E8"/>
                </a:solidFill>
                <a:latin typeface="Arial"/>
                <a:ea typeface="Arial"/>
                <a:cs typeface="Arial"/>
              </a:defRPr>
            </a:lvl5pPr>
            <a:lvl6pPr>
              <a:defRPr sz="2025" b="0">
                <a:solidFill>
                  <a:srgbClr val="F7F3E8"/>
                </a:solidFill>
                <a:latin typeface="Arial"/>
                <a:ea typeface="Arial"/>
                <a:cs typeface="Arial"/>
              </a:defRPr>
            </a:lvl6pPr>
            <a:lvl7pPr>
              <a:defRPr sz="2025" b="0">
                <a:solidFill>
                  <a:srgbClr val="F7F3E8"/>
                </a:solidFill>
                <a:latin typeface="Arial"/>
                <a:ea typeface="Arial"/>
                <a:cs typeface="Arial"/>
              </a:defRPr>
            </a:lvl7pPr>
            <a:lvl8pPr>
              <a:defRPr sz="2025" b="0">
                <a:solidFill>
                  <a:srgbClr val="F7F3E8"/>
                </a:solidFill>
                <a:latin typeface="Arial"/>
                <a:ea typeface="Arial"/>
                <a:cs typeface="Arial"/>
              </a:defRPr>
            </a:lvl8pPr>
            <a:lvl9pPr>
              <a:defRPr sz="2025" b="0">
                <a:solidFill>
                  <a:srgbClr val="F7F3E8"/>
                </a:solidFill>
                <a:latin typeface="Arial"/>
                <a:ea typeface="Arial"/>
                <a:cs typeface="Arial"/>
              </a:defRPr>
            </a:lvl9pPr>
          </a:lstStyle>
          <a:p xmlns:a="http://schemas.openxmlformats.org/drawingml/2006/main">
            <a:pPr>
              <a:defRPr sz="2025" b="0">
                <a:solidFill>
                  <a:srgbClr val="F7F3E8"/>
                </a:solidFill>
                <a:latin typeface="Arial"/>
                <a:ea typeface="Arial"/>
                <a:cs typeface="Arial"/>
              </a:defRPr>
            </a:pPr>
            <a:r>
              <a:rPr sz="2025" b="0">
                <a:solidFill>
                  <a:srgbClr val="F7F3E8"/>
                </a:solidFill>
                <a:latin typeface="Arial"/>
                <a:ea typeface="Arial"/>
                <a:cs typeface="Arial"/>
              </a:rPr>
              <a:t>1  Connect CMS and email delivery</a:t>
            </a:r>
          </a:p>
          <a:p xmlns:a="http://schemas.openxmlformats.org/drawingml/2006/main">
            <a:r>
              <a:t/>
            </a:r>
          </a:p>
          <a:p xmlns:a="http://schemas.openxmlformats.org/drawingml/2006/main">
            <a:pPr>
              <a:defRPr sz="2025" b="0">
                <a:solidFill>
                  <a:srgbClr val="F7F3E8"/>
                </a:solidFill>
                <a:latin typeface="Arial"/>
                <a:ea typeface="Arial"/>
                <a:cs typeface="Arial"/>
              </a:defRPr>
            </a:pPr>
            <a:r>
              <a:rPr sz="2025" b="0">
                <a:solidFill>
                  <a:srgbClr val="F7F3E8"/>
                </a:solidFill>
                <a:latin typeface="Arial"/>
                <a:ea typeface="Arial"/>
                <a:cs typeface="Arial"/>
              </a:rPr>
              <a:t>2  Add measurement and search setup</a:t>
            </a:r>
          </a:p>
          <a:p xmlns:a="http://schemas.openxmlformats.org/drawingml/2006/main">
            <a:r>
              <a:t/>
            </a:r>
          </a:p>
          <a:p xmlns:a="http://schemas.openxmlformats.org/drawingml/2006/main">
            <a:pPr>
              <a:defRPr sz="2025" b="0">
                <a:solidFill>
                  <a:srgbClr val="F7F3E8"/>
                </a:solidFill>
                <a:latin typeface="Arial"/>
                <a:ea typeface="Arial"/>
                <a:cs typeface="Arial"/>
              </a:defRPr>
            </a:pPr>
            <a:r>
              <a:rPr sz="2025" b="0">
                <a:solidFill>
                  <a:srgbClr val="F7F3E8"/>
                </a:solidFill>
                <a:latin typeface="Arial"/>
                <a:ea typeface="Arial"/>
                <a:cs typeface="Arial"/>
              </a:rPr>
              <a:t>3  Run release checks and deploy</a:t>
            </a:r>
          </a:p>
        </p:txBody>
      </p:sp>
      <p:sp>
        <p:nvSpPr>
          <p:cNvPr id="6" name="Needed from EBA">
            <a:extLst xmlns:a="http://schemas.openxmlformats.org/drawingml/2006/main">
              <a:ext uri="{FF2B5EF4-FFF2-40B4-BE49-F238E27FC236}">
                <a16:creationId xmlns:a16="http://schemas.microsoft.com/office/drawing/2014/main" id="{623651AD-1C8D-4FC2-AFB3-FD70AFD912E3}"/>
              </a:ext>
            </a:extLst>
          </p:cNvPr>
          <p:cNvSpPr>
            <a:spLocks xmlns:a="http://schemas.openxmlformats.org/drawingml/2006/main" noGrp="1"/>
          </p:cNvSpPr>
          <p:nvPr/>
        </p:nvSpPr>
        <p:spPr>
          <a:xfrm xmlns:a="http://schemas.openxmlformats.org/drawingml/2006/main">
            <a:off x="6619875" y="20478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FC107"/>
                </a:solidFill>
                <a:latin typeface="Georgia"/>
                <a:ea typeface="Georgia"/>
                <a:cs typeface="Georgia"/>
              </a:defRPr>
            </a:defPPr>
            <a:lvl1pPr>
              <a:defRPr sz="2325" b="0">
                <a:solidFill>
                  <a:srgbClr val="FFC107"/>
                </a:solidFill>
                <a:latin typeface="Georgia"/>
                <a:ea typeface="Georgia"/>
                <a:cs typeface="Georgia"/>
              </a:defRPr>
            </a:lvl1pPr>
            <a:lvl2pPr>
              <a:defRPr sz="2325" b="0">
                <a:solidFill>
                  <a:srgbClr val="FFC107"/>
                </a:solidFill>
                <a:latin typeface="Georgia"/>
                <a:ea typeface="Georgia"/>
                <a:cs typeface="Georgia"/>
              </a:defRPr>
            </a:lvl2pPr>
            <a:lvl3pPr>
              <a:defRPr sz="2325" b="0">
                <a:solidFill>
                  <a:srgbClr val="FFC107"/>
                </a:solidFill>
                <a:latin typeface="Georgia"/>
                <a:ea typeface="Georgia"/>
                <a:cs typeface="Georgia"/>
              </a:defRPr>
            </a:lvl3pPr>
            <a:lvl4pPr>
              <a:defRPr sz="2325" b="0">
                <a:solidFill>
                  <a:srgbClr val="FFC107"/>
                </a:solidFill>
                <a:latin typeface="Georgia"/>
                <a:ea typeface="Georgia"/>
                <a:cs typeface="Georgia"/>
              </a:defRPr>
            </a:lvl4pPr>
            <a:lvl5pPr>
              <a:defRPr sz="2325" b="0">
                <a:solidFill>
                  <a:srgbClr val="FFC107"/>
                </a:solidFill>
                <a:latin typeface="Georgia"/>
                <a:ea typeface="Georgia"/>
                <a:cs typeface="Georgia"/>
              </a:defRPr>
            </a:lvl5pPr>
            <a:lvl6pPr>
              <a:defRPr sz="2325" b="0">
                <a:solidFill>
                  <a:srgbClr val="FFC107"/>
                </a:solidFill>
                <a:latin typeface="Georgia"/>
                <a:ea typeface="Georgia"/>
                <a:cs typeface="Georgia"/>
              </a:defRPr>
            </a:lvl6pPr>
            <a:lvl7pPr>
              <a:defRPr sz="2325" b="0">
                <a:solidFill>
                  <a:srgbClr val="FFC107"/>
                </a:solidFill>
                <a:latin typeface="Georgia"/>
                <a:ea typeface="Georgia"/>
                <a:cs typeface="Georgia"/>
              </a:defRPr>
            </a:lvl7pPr>
            <a:lvl8pPr>
              <a:defRPr sz="2325" b="0">
                <a:solidFill>
                  <a:srgbClr val="FFC107"/>
                </a:solidFill>
                <a:latin typeface="Georgia"/>
                <a:ea typeface="Georgia"/>
                <a:cs typeface="Georgia"/>
              </a:defRPr>
            </a:lvl8pPr>
            <a:lvl9pPr>
              <a:defRPr sz="2325" b="0">
                <a:solidFill>
                  <a:srgbClr val="FFC107"/>
                </a:solidFill>
                <a:latin typeface="Georgia"/>
                <a:ea typeface="Georgia"/>
                <a:cs typeface="Georgia"/>
              </a:defRPr>
            </a:lvl9pPr>
          </a:lstStyle>
          <a:p xmlns:a="http://schemas.openxmlformats.org/drawingml/2006/main">
            <a:pPr>
              <a:defRPr sz="2325" b="0">
                <a:solidFill>
                  <a:srgbClr val="FFC107"/>
                </a:solidFill>
                <a:latin typeface="Georgia"/>
                <a:ea typeface="Georgia"/>
                <a:cs typeface="Georgia"/>
              </a:defRPr>
            </a:pPr>
            <a:r>
              <a:rPr sz="2325" b="0">
                <a:solidFill>
                  <a:srgbClr val="FFC107"/>
                </a:solidFill>
                <a:latin typeface="Georgia"/>
                <a:ea typeface="Georgia"/>
                <a:cs typeface="Georgia"/>
              </a:rPr>
              <a:t>Needed from EBA</a:t>
            </a:r>
          </a:p>
        </p:txBody>
      </p:sp>
      <p:sp>
        <p:nvSpPr>
          <p:cNvPr id="7" name="Approve final copy, images and event dates.&#10;&#10;">
            <a:extLst xmlns:a="http://schemas.openxmlformats.org/drawingml/2006/main">
              <a:ext uri="{FF2B5EF4-FFF2-40B4-BE49-F238E27FC236}">
                <a16:creationId xmlns:a16="http://schemas.microsoft.com/office/drawing/2014/main" id="{F0DAC4A5-4219-44DF-B3CD-BDB344651CED}"/>
              </a:ext>
            </a:extLst>
          </p:cNvPr>
          <p:cNvSpPr>
            <a:spLocks xmlns:a="http://schemas.openxmlformats.org/drawingml/2006/main" noGrp="1"/>
          </p:cNvSpPr>
          <p:nvPr/>
        </p:nvSpPr>
        <p:spPr>
          <a:xfrm xmlns:a="http://schemas.openxmlformats.org/drawingml/2006/main">
            <a:off x="6619875" y="2762250"/>
            <a:ext cx="47625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7F3E8"/>
                </a:solidFill>
                <a:latin typeface="Arial"/>
                <a:ea typeface="Arial"/>
                <a:cs typeface="Arial"/>
              </a:defRPr>
            </a:defPPr>
            <a:lvl1pPr>
              <a:defRPr sz="1950" b="0">
                <a:solidFill>
                  <a:srgbClr val="F7F3E8"/>
                </a:solidFill>
                <a:latin typeface="Arial"/>
                <a:ea typeface="Arial"/>
                <a:cs typeface="Arial"/>
              </a:defRPr>
            </a:lvl1pPr>
            <a:lvl2pPr>
              <a:defRPr sz="1950" b="0">
                <a:solidFill>
                  <a:srgbClr val="F7F3E8"/>
                </a:solidFill>
                <a:latin typeface="Arial"/>
                <a:ea typeface="Arial"/>
                <a:cs typeface="Arial"/>
              </a:defRPr>
            </a:lvl2pPr>
            <a:lvl3pPr>
              <a:defRPr sz="1950" b="0">
                <a:solidFill>
                  <a:srgbClr val="F7F3E8"/>
                </a:solidFill>
                <a:latin typeface="Arial"/>
                <a:ea typeface="Arial"/>
                <a:cs typeface="Arial"/>
              </a:defRPr>
            </a:lvl3pPr>
            <a:lvl4pPr>
              <a:defRPr sz="1950" b="0">
                <a:solidFill>
                  <a:srgbClr val="F7F3E8"/>
                </a:solidFill>
                <a:latin typeface="Arial"/>
                <a:ea typeface="Arial"/>
                <a:cs typeface="Arial"/>
              </a:defRPr>
            </a:lvl4pPr>
            <a:lvl5pPr>
              <a:defRPr sz="1950" b="0">
                <a:solidFill>
                  <a:srgbClr val="F7F3E8"/>
                </a:solidFill>
                <a:latin typeface="Arial"/>
                <a:ea typeface="Arial"/>
                <a:cs typeface="Arial"/>
              </a:defRPr>
            </a:lvl5pPr>
            <a:lvl6pPr>
              <a:defRPr sz="1950" b="0">
                <a:solidFill>
                  <a:srgbClr val="F7F3E8"/>
                </a:solidFill>
                <a:latin typeface="Arial"/>
                <a:ea typeface="Arial"/>
                <a:cs typeface="Arial"/>
              </a:defRPr>
            </a:lvl6pPr>
            <a:lvl7pPr>
              <a:defRPr sz="1950" b="0">
                <a:solidFill>
                  <a:srgbClr val="F7F3E8"/>
                </a:solidFill>
                <a:latin typeface="Arial"/>
                <a:ea typeface="Arial"/>
                <a:cs typeface="Arial"/>
              </a:defRPr>
            </a:lvl7pPr>
            <a:lvl8pPr>
              <a:defRPr sz="1950" b="0">
                <a:solidFill>
                  <a:srgbClr val="F7F3E8"/>
                </a:solidFill>
                <a:latin typeface="Arial"/>
                <a:ea typeface="Arial"/>
                <a:cs typeface="Arial"/>
              </a:defRPr>
            </a:lvl8pPr>
            <a:lvl9pPr>
              <a:defRPr sz="1950" b="0">
                <a:solidFill>
                  <a:srgbClr val="F7F3E8"/>
                </a:solidFill>
                <a:latin typeface="Arial"/>
                <a:ea typeface="Arial"/>
                <a:cs typeface="Arial"/>
              </a:defRPr>
            </a:lvl9pPr>
          </a:lstStyle>
          <a:p xmlns:a="http://schemas.openxmlformats.org/drawingml/2006/main">
            <a:pPr>
              <a:defRPr sz="1950" b="0">
                <a:solidFill>
                  <a:srgbClr val="F7F3E8"/>
                </a:solidFill>
                <a:latin typeface="Arial"/>
                <a:ea typeface="Arial"/>
                <a:cs typeface="Arial"/>
              </a:defRPr>
            </a:pPr>
            <a:r>
              <a:rPr sz="1950" b="0">
                <a:solidFill>
                  <a:srgbClr val="F7F3E8"/>
                </a:solidFill>
                <a:latin typeface="Arial"/>
                <a:ea typeface="Arial"/>
                <a:cs typeface="Arial"/>
              </a:rPr>
              <a:t>Approve final copy, images and event dates.</a:t>
            </a:r>
          </a:p>
          <a:p xmlns:a="http://schemas.openxmlformats.org/drawingml/2006/main">
            <a:r>
              <a:t/>
            </a:r>
          </a:p>
          <a:p xmlns:a="http://schemas.openxmlformats.org/drawingml/2006/main">
            <a:pPr>
              <a:defRPr sz="1950" b="0">
                <a:solidFill>
                  <a:srgbClr val="F7F3E8"/>
                </a:solidFill>
                <a:latin typeface="Arial"/>
                <a:ea typeface="Arial"/>
                <a:cs typeface="Arial"/>
              </a:defRPr>
            </a:pPr>
            <a:r>
              <a:rPr sz="1950" b="0">
                <a:solidFill>
                  <a:srgbClr val="F7F3E8"/>
                </a:solidFill>
                <a:latin typeface="Arial"/>
                <a:ea typeface="Arial"/>
                <a:cs typeface="Arial"/>
              </a:rPr>
              <a:t>Confirm hosting/domain access and the inbox for enquiries.</a:t>
            </a:r>
          </a:p>
          <a:p xmlns:a="http://schemas.openxmlformats.org/drawingml/2006/main">
            <a:r>
              <a:t/>
            </a:r>
          </a:p>
          <a:p xmlns:a="http://schemas.openxmlformats.org/drawingml/2006/main">
            <a:pPr>
              <a:defRPr sz="1950" b="0">
                <a:solidFill>
                  <a:srgbClr val="F7F3E8"/>
                </a:solidFill>
                <a:latin typeface="Arial"/>
                <a:ea typeface="Arial"/>
                <a:cs typeface="Arial"/>
              </a:defRPr>
            </a:pPr>
            <a:r>
              <a:rPr sz="1950" b="0">
                <a:solidFill>
                  <a:srgbClr val="F7F3E8"/>
                </a:solidFill>
                <a:latin typeface="Arial"/>
                <a:ea typeface="Arial"/>
                <a:cs typeface="Arial"/>
              </a:rPr>
              <a:t>Confirm owners for content updates and sign-off.</a:t>
            </a:r>
          </a:p>
        </p:txBody>
      </p:sp>
      <p:sp>
        <p:nvSpPr>
          <p:cNvPr id="8" name="Proposed next milestone: a live preview with ">
            <a:extLst xmlns:a="http://schemas.openxmlformats.org/drawingml/2006/main">
              <a:ext uri="{FF2B5EF4-FFF2-40B4-BE49-F238E27FC236}">
                <a16:creationId xmlns:a16="http://schemas.microsoft.com/office/drawing/2014/main" id="{12154D6F-4219-41FB-A53D-FD38C03D3CDA}"/>
              </a:ext>
            </a:extLst>
          </p:cNvPr>
          <p:cNvSpPr>
            <a:spLocks xmlns:a="http://schemas.openxmlformats.org/drawingml/2006/main" noGrp="1"/>
          </p:cNvSpPr>
          <p:nvPr/>
        </p:nvSpPr>
        <p:spPr>
          <a:xfrm xmlns:a="http://schemas.openxmlformats.org/drawingml/2006/main">
            <a:off x="6096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FC107"/>
                </a:solidFill>
                <a:latin typeface="Arial"/>
                <a:ea typeface="Arial"/>
                <a:cs typeface="Arial"/>
              </a:defRPr>
            </a:defPPr>
            <a:lvl1pPr>
              <a:defRPr sz="1875" b="0">
                <a:solidFill>
                  <a:srgbClr val="FFC107"/>
                </a:solidFill>
                <a:latin typeface="Arial"/>
                <a:ea typeface="Arial"/>
                <a:cs typeface="Arial"/>
              </a:defRPr>
            </a:lvl1pPr>
            <a:lvl2pPr>
              <a:defRPr sz="1875" b="0">
                <a:solidFill>
                  <a:srgbClr val="FFC107"/>
                </a:solidFill>
                <a:latin typeface="Arial"/>
                <a:ea typeface="Arial"/>
                <a:cs typeface="Arial"/>
              </a:defRPr>
            </a:lvl2pPr>
            <a:lvl3pPr>
              <a:defRPr sz="1875" b="0">
                <a:solidFill>
                  <a:srgbClr val="FFC107"/>
                </a:solidFill>
                <a:latin typeface="Arial"/>
                <a:ea typeface="Arial"/>
                <a:cs typeface="Arial"/>
              </a:defRPr>
            </a:lvl3pPr>
            <a:lvl4pPr>
              <a:defRPr sz="1875" b="0">
                <a:solidFill>
                  <a:srgbClr val="FFC107"/>
                </a:solidFill>
                <a:latin typeface="Arial"/>
                <a:ea typeface="Arial"/>
                <a:cs typeface="Arial"/>
              </a:defRPr>
            </a:lvl4pPr>
            <a:lvl5pPr>
              <a:defRPr sz="1875" b="0">
                <a:solidFill>
                  <a:srgbClr val="FFC107"/>
                </a:solidFill>
                <a:latin typeface="Arial"/>
                <a:ea typeface="Arial"/>
                <a:cs typeface="Arial"/>
              </a:defRPr>
            </a:lvl5pPr>
            <a:lvl6pPr>
              <a:defRPr sz="1875" b="0">
                <a:solidFill>
                  <a:srgbClr val="FFC107"/>
                </a:solidFill>
                <a:latin typeface="Arial"/>
                <a:ea typeface="Arial"/>
                <a:cs typeface="Arial"/>
              </a:defRPr>
            </a:lvl6pPr>
            <a:lvl7pPr>
              <a:defRPr sz="1875" b="0">
                <a:solidFill>
                  <a:srgbClr val="FFC107"/>
                </a:solidFill>
                <a:latin typeface="Arial"/>
                <a:ea typeface="Arial"/>
                <a:cs typeface="Arial"/>
              </a:defRPr>
            </a:lvl7pPr>
            <a:lvl8pPr>
              <a:defRPr sz="1875" b="0">
                <a:solidFill>
                  <a:srgbClr val="FFC107"/>
                </a:solidFill>
                <a:latin typeface="Arial"/>
                <a:ea typeface="Arial"/>
                <a:cs typeface="Arial"/>
              </a:defRPr>
            </a:lvl8pPr>
            <a:lvl9pPr>
              <a:defRPr sz="1875" b="0">
                <a:solidFill>
                  <a:srgbClr val="FFC107"/>
                </a:solidFill>
                <a:latin typeface="Arial"/>
                <a:ea typeface="Arial"/>
                <a:cs typeface="Arial"/>
              </a:defRPr>
            </a:lvl9pPr>
          </a:lstStyle>
          <a:p xmlns:a="http://schemas.openxmlformats.org/drawingml/2006/main">
            <a:pPr>
              <a:defRPr sz="1875" b="0">
                <a:solidFill>
                  <a:srgbClr val="FFC107"/>
                </a:solidFill>
                <a:latin typeface="Arial"/>
                <a:ea typeface="Arial"/>
                <a:cs typeface="Arial"/>
              </a:defRPr>
            </a:pPr>
            <a:r>
              <a:rPr sz="1875" b="0">
                <a:solidFill>
                  <a:srgbClr val="FFC107"/>
                </a:solidFill>
                <a:latin typeface="Arial"/>
                <a:ea typeface="Arial"/>
                <a:cs typeface="Arial"/>
              </a:rPr>
              <a:t>Proposed next milestone: a live preview with tested enquiries, ready for final approval.</a:t>
            </a:r>
          </a:p>
        </p:txBody>
      </p:sp>
    </p:spTree>
    <p:extLst>
      <p:ext uri="{BB962C8B-B14F-4D97-AF65-F5344CB8AC3E}">
        <p14:creationId xmlns:p14="http://schemas.microsoft.com/office/powerpoint/2010/main" val="407819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2026-10-25T12:19:16.6460000Z</dcterms:created>
  <dcterms:modified xsi:type="dcterms:W3CDTF">2026-10-25T12:19:16.6460000Z</dcterms:modified>
</coreProperties>
</file>